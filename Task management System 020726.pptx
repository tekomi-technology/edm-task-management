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30"/>
  </p:notesMasterIdLst>
  <p:sldIdLst>
    <p:sldId id="256" r:id="rId2"/>
    <p:sldId id="327" r:id="rId3"/>
    <p:sldId id="260" r:id="rId4"/>
    <p:sldId id="262" r:id="rId5"/>
    <p:sldId id="263" r:id="rId6"/>
    <p:sldId id="287" r:id="rId7"/>
    <p:sldId id="294" r:id="rId8"/>
    <p:sldId id="288" r:id="rId9"/>
    <p:sldId id="347" r:id="rId10"/>
    <p:sldId id="270" r:id="rId11"/>
    <p:sldId id="264" r:id="rId12"/>
    <p:sldId id="349" r:id="rId13"/>
    <p:sldId id="272" r:id="rId14"/>
    <p:sldId id="357" r:id="rId15"/>
    <p:sldId id="353" r:id="rId16"/>
    <p:sldId id="351" r:id="rId17"/>
    <p:sldId id="355" r:id="rId18"/>
    <p:sldId id="359" r:id="rId19"/>
    <p:sldId id="360" r:id="rId20"/>
    <p:sldId id="362" r:id="rId21"/>
    <p:sldId id="364" r:id="rId22"/>
    <p:sldId id="365" r:id="rId23"/>
    <p:sldId id="366" r:id="rId24"/>
    <p:sldId id="367" r:id="rId25"/>
    <p:sldId id="368" r:id="rId26"/>
    <p:sldId id="350" r:id="rId27"/>
    <p:sldId id="363" r:id="rId28"/>
    <p:sldId id="261" r:id="rId29"/>
  </p:sldIdLst>
  <p:sldSz cx="9144000" cy="5143500" type="screen16x9"/>
  <p:notesSz cx="6858000" cy="9144000"/>
  <p:embeddedFontLst>
    <p:embeddedFont>
      <p:font typeface="Crimson Text" panose="020B0604020202020204" charset="0"/>
      <p:regular r:id="rId31"/>
      <p:bold r:id="rId32"/>
      <p:italic r:id="rId33"/>
      <p:boldItalic r:id="rId34"/>
    </p:embeddedFont>
    <p:embeddedFont>
      <p:font typeface="Merriweather Light" panose="00000400000000000000" pitchFamily="2" charset="0"/>
      <p:regular r:id="rId35"/>
      <p:bold r:id="rId36"/>
      <p:italic r:id="rId37"/>
      <p:boldItalic r:id="rId38"/>
    </p:embeddedFont>
    <p:embeddedFont>
      <p:font typeface="Montserrat" panose="00000500000000000000" pitchFamily="2" charset="0"/>
      <p:regular r:id="rId39"/>
      <p:bold r:id="rId40"/>
      <p:italic r:id="rId41"/>
      <p:boldItalic r:id="rId42"/>
    </p:embeddedFont>
    <p:embeddedFont>
      <p:font typeface="Vidaloka" panose="020B0604020202020204" charset="0"/>
      <p:regular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C5C2EE"/>
    <a:srgbClr val="BFD0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EAE4BF-631B-4755-9062-9103950777FC}">
  <a:tblStyle styleId="{93EAE4BF-631B-4755-9062-9103950777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88" autoAdjust="0"/>
    <p:restoredTop sz="94660"/>
  </p:normalViewPr>
  <p:slideViewPr>
    <p:cSldViewPr snapToGrid="0">
      <p:cViewPr varScale="1">
        <p:scale>
          <a:sx n="85" d="100"/>
          <a:sy n="85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76BDC4-6176-44CB-A904-E31FD2B8F5E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016FB9E-F548-4A5B-8C1C-E76AFE49AC05}">
      <dgm:prSet/>
      <dgm:spPr/>
      <dgm:t>
        <a:bodyPr/>
        <a:lstStyle/>
        <a:p>
          <a:r>
            <a:rPr lang="en-US" dirty="0"/>
            <a:t>Customer contacts Call Center </a:t>
          </a:r>
        </a:p>
      </dgm:t>
    </dgm:pt>
    <dgm:pt modelId="{B327F493-E290-443C-9D3D-277ABAA72646}" type="parTrans" cxnId="{D4118E30-F8E4-4D9B-90C3-11BB7958DE60}">
      <dgm:prSet/>
      <dgm:spPr/>
      <dgm:t>
        <a:bodyPr/>
        <a:lstStyle/>
        <a:p>
          <a:endParaRPr lang="en-US"/>
        </a:p>
      </dgm:t>
    </dgm:pt>
    <dgm:pt modelId="{84D088BB-FB07-43F4-AC5B-1D77C72E6233}" type="sibTrans" cxnId="{D4118E30-F8E4-4D9B-90C3-11BB7958DE60}">
      <dgm:prSet/>
      <dgm:spPr/>
      <dgm:t>
        <a:bodyPr/>
        <a:lstStyle/>
        <a:p>
          <a:endParaRPr lang="en-US"/>
        </a:p>
      </dgm:t>
    </dgm:pt>
    <dgm:pt modelId="{ADEECF63-B329-40D1-900A-E21E9882D6A1}">
      <dgm:prSet/>
      <dgm:spPr/>
      <dgm:t>
        <a:bodyPr/>
        <a:lstStyle/>
        <a:p>
          <a:r>
            <a:rPr lang="en-US"/>
            <a:t>Call Center creates ticket </a:t>
          </a:r>
        </a:p>
      </dgm:t>
    </dgm:pt>
    <dgm:pt modelId="{A18D73F0-6836-41D7-A97F-5D547D159182}" type="parTrans" cxnId="{9E2D3F76-ED2F-44BB-A298-539B0652C5B2}">
      <dgm:prSet/>
      <dgm:spPr/>
      <dgm:t>
        <a:bodyPr/>
        <a:lstStyle/>
        <a:p>
          <a:endParaRPr lang="en-US"/>
        </a:p>
      </dgm:t>
    </dgm:pt>
    <dgm:pt modelId="{F081386F-5FC6-4BE8-8D8B-26CEA9FDDDE8}" type="sibTrans" cxnId="{9E2D3F76-ED2F-44BB-A298-539B0652C5B2}">
      <dgm:prSet/>
      <dgm:spPr/>
      <dgm:t>
        <a:bodyPr/>
        <a:lstStyle/>
        <a:p>
          <a:endParaRPr lang="en-US"/>
        </a:p>
      </dgm:t>
    </dgm:pt>
    <dgm:pt modelId="{05CEB4E2-6054-4EC2-AC5A-A2B6C7780D92}">
      <dgm:prSet/>
      <dgm:spPr/>
      <dgm:t>
        <a:bodyPr/>
        <a:lstStyle/>
        <a:p>
          <a:r>
            <a:rPr lang="en-US"/>
            <a:t>System assigns ticket automatically </a:t>
          </a:r>
        </a:p>
      </dgm:t>
    </dgm:pt>
    <dgm:pt modelId="{805F03D8-C90A-476B-A85D-CEB44E24E428}" type="parTrans" cxnId="{3037E0D8-CEEE-4671-B378-1AAF686C2E4C}">
      <dgm:prSet/>
      <dgm:spPr/>
      <dgm:t>
        <a:bodyPr/>
        <a:lstStyle/>
        <a:p>
          <a:endParaRPr lang="en-US"/>
        </a:p>
      </dgm:t>
    </dgm:pt>
    <dgm:pt modelId="{589E1C00-8111-434C-9CBB-B90760FB301C}" type="sibTrans" cxnId="{3037E0D8-CEEE-4671-B378-1AAF686C2E4C}">
      <dgm:prSet/>
      <dgm:spPr/>
      <dgm:t>
        <a:bodyPr/>
        <a:lstStyle/>
        <a:p>
          <a:endParaRPr lang="en-US"/>
        </a:p>
      </dgm:t>
    </dgm:pt>
    <dgm:pt modelId="{F86F727C-1A42-4C4B-8C3C-4F213B77AA40}">
      <dgm:prSet/>
      <dgm:spPr/>
      <dgm:t>
        <a:bodyPr/>
        <a:lstStyle/>
        <a:p>
          <a:r>
            <a:rPr lang="en-US"/>
            <a:t>Technical staff receives task via mobile app/SMS </a:t>
          </a:r>
        </a:p>
      </dgm:t>
    </dgm:pt>
    <dgm:pt modelId="{2EB7A171-CEE8-4830-8ACB-1170B34ECD55}" type="parTrans" cxnId="{AA4326F6-876D-414E-B555-2AA96BB26F49}">
      <dgm:prSet/>
      <dgm:spPr/>
      <dgm:t>
        <a:bodyPr/>
        <a:lstStyle/>
        <a:p>
          <a:endParaRPr lang="en-US"/>
        </a:p>
      </dgm:t>
    </dgm:pt>
    <dgm:pt modelId="{A09DD866-8A94-44CE-BABE-DF88DC612796}" type="sibTrans" cxnId="{AA4326F6-876D-414E-B555-2AA96BB26F49}">
      <dgm:prSet/>
      <dgm:spPr/>
      <dgm:t>
        <a:bodyPr/>
        <a:lstStyle/>
        <a:p>
          <a:endParaRPr lang="en-US"/>
        </a:p>
      </dgm:t>
    </dgm:pt>
    <dgm:pt modelId="{AD0B16BE-65FF-4AEB-9F9E-07651BDDB45B}">
      <dgm:prSet/>
      <dgm:spPr/>
      <dgm:t>
        <a:bodyPr/>
        <a:lstStyle/>
        <a:p>
          <a:r>
            <a:rPr lang="en-US"/>
            <a:t>Team Manager and NOC monitor progress </a:t>
          </a:r>
        </a:p>
      </dgm:t>
    </dgm:pt>
    <dgm:pt modelId="{1CA5F7CE-A681-43BD-AB04-67BF03D64141}" type="parTrans" cxnId="{064C4420-D986-4A6B-A221-5EE2CBDD1B53}">
      <dgm:prSet/>
      <dgm:spPr/>
      <dgm:t>
        <a:bodyPr/>
        <a:lstStyle/>
        <a:p>
          <a:endParaRPr lang="en-US"/>
        </a:p>
      </dgm:t>
    </dgm:pt>
    <dgm:pt modelId="{405AEA37-81EB-4C70-97C3-254951E1DA2B}" type="sibTrans" cxnId="{064C4420-D986-4A6B-A221-5EE2CBDD1B53}">
      <dgm:prSet/>
      <dgm:spPr/>
      <dgm:t>
        <a:bodyPr/>
        <a:lstStyle/>
        <a:p>
          <a:endParaRPr lang="en-US"/>
        </a:p>
      </dgm:t>
    </dgm:pt>
    <dgm:pt modelId="{F8768FBF-23F1-4DDF-8B34-06A01EE87226}">
      <dgm:prSet/>
      <dgm:spPr/>
      <dgm:t>
        <a:bodyPr/>
        <a:lstStyle/>
        <a:p>
          <a:r>
            <a:rPr lang="en-US" dirty="0"/>
            <a:t>Technician resolves issue </a:t>
          </a:r>
        </a:p>
      </dgm:t>
    </dgm:pt>
    <dgm:pt modelId="{1CDDE78E-CC07-4F81-9F6B-8A8C51ECD765}" type="parTrans" cxnId="{9A9AC8B3-24F8-4596-9E78-2DA38395176E}">
      <dgm:prSet/>
      <dgm:spPr/>
      <dgm:t>
        <a:bodyPr/>
        <a:lstStyle/>
        <a:p>
          <a:endParaRPr lang="en-US"/>
        </a:p>
      </dgm:t>
    </dgm:pt>
    <dgm:pt modelId="{D3F41F69-FC14-4029-8C46-1DE46BC08A04}" type="sibTrans" cxnId="{9A9AC8B3-24F8-4596-9E78-2DA38395176E}">
      <dgm:prSet/>
      <dgm:spPr/>
      <dgm:t>
        <a:bodyPr/>
        <a:lstStyle/>
        <a:p>
          <a:endParaRPr lang="en-US"/>
        </a:p>
      </dgm:t>
    </dgm:pt>
    <dgm:pt modelId="{16B06797-C509-4B46-9809-05A420B77403}">
      <dgm:prSet/>
      <dgm:spPr/>
      <dgm:t>
        <a:bodyPr/>
        <a:lstStyle/>
        <a:p>
          <a:r>
            <a:rPr lang="en-US"/>
            <a:t>Closure request submitted </a:t>
          </a:r>
        </a:p>
      </dgm:t>
    </dgm:pt>
    <dgm:pt modelId="{BF08B49A-EBE7-4279-B86D-0A053D05F66A}" type="parTrans" cxnId="{E4A44085-A476-49A9-B605-21155F998573}">
      <dgm:prSet/>
      <dgm:spPr/>
      <dgm:t>
        <a:bodyPr/>
        <a:lstStyle/>
        <a:p>
          <a:endParaRPr lang="en-US"/>
        </a:p>
      </dgm:t>
    </dgm:pt>
    <dgm:pt modelId="{587D65F2-348C-43FD-82CC-3213403E2745}" type="sibTrans" cxnId="{E4A44085-A476-49A9-B605-21155F998573}">
      <dgm:prSet/>
      <dgm:spPr/>
      <dgm:t>
        <a:bodyPr/>
        <a:lstStyle/>
        <a:p>
          <a:endParaRPr lang="en-US"/>
        </a:p>
      </dgm:t>
    </dgm:pt>
    <dgm:pt modelId="{E7954D4B-CA1A-4832-AC7C-1B55CCE932EC}">
      <dgm:prSet/>
      <dgm:spPr/>
      <dgm:t>
        <a:bodyPr/>
        <a:lstStyle/>
        <a:p>
          <a:r>
            <a:rPr lang="en-US"/>
            <a:t>Call Center confirms with customer </a:t>
          </a:r>
        </a:p>
      </dgm:t>
    </dgm:pt>
    <dgm:pt modelId="{90A73AB1-4DB4-44B2-BF2C-90D277A1B1CE}" type="parTrans" cxnId="{A9EB1162-E62F-4936-B182-84EE1D366575}">
      <dgm:prSet/>
      <dgm:spPr/>
      <dgm:t>
        <a:bodyPr/>
        <a:lstStyle/>
        <a:p>
          <a:endParaRPr lang="en-US"/>
        </a:p>
      </dgm:t>
    </dgm:pt>
    <dgm:pt modelId="{F9373A4D-AF5A-4ADF-870D-80BE0CCAF40D}" type="sibTrans" cxnId="{A9EB1162-E62F-4936-B182-84EE1D366575}">
      <dgm:prSet/>
      <dgm:spPr/>
      <dgm:t>
        <a:bodyPr/>
        <a:lstStyle/>
        <a:p>
          <a:endParaRPr lang="en-US"/>
        </a:p>
      </dgm:t>
    </dgm:pt>
    <dgm:pt modelId="{60C0CD9F-1D2E-448C-85D5-56B21B4C3B49}">
      <dgm:prSet/>
      <dgm:spPr/>
      <dgm:t>
        <a:bodyPr/>
        <a:lstStyle/>
        <a:p>
          <a:r>
            <a:rPr lang="en-US" dirty="0"/>
            <a:t>Ticket closed or reopened </a:t>
          </a:r>
        </a:p>
      </dgm:t>
    </dgm:pt>
    <dgm:pt modelId="{A406E663-813C-4FB2-973D-48528A2B7C99}" type="parTrans" cxnId="{C880EA76-21A3-46C2-9DD4-B13861BEC757}">
      <dgm:prSet/>
      <dgm:spPr/>
      <dgm:t>
        <a:bodyPr/>
        <a:lstStyle/>
        <a:p>
          <a:endParaRPr lang="en-US"/>
        </a:p>
      </dgm:t>
    </dgm:pt>
    <dgm:pt modelId="{FCB5459C-5090-4C10-9C7C-95817E9D7691}" type="sibTrans" cxnId="{C880EA76-21A3-46C2-9DD4-B13861BEC757}">
      <dgm:prSet/>
      <dgm:spPr/>
      <dgm:t>
        <a:bodyPr/>
        <a:lstStyle/>
        <a:p>
          <a:endParaRPr lang="en-US"/>
        </a:p>
      </dgm:t>
    </dgm:pt>
    <dgm:pt modelId="{30EFC5A7-A839-4206-94F6-76C23583C8E9}" type="pres">
      <dgm:prSet presAssocID="{5F76BDC4-6176-44CB-A904-E31FD2B8F5EA}" presName="Name0" presStyleCnt="0">
        <dgm:presLayoutVars>
          <dgm:dir/>
          <dgm:resizeHandles val="exact"/>
        </dgm:presLayoutVars>
      </dgm:prSet>
      <dgm:spPr/>
    </dgm:pt>
    <dgm:pt modelId="{2FC986CE-2CE2-46E5-89CE-0BE7ECF5736A}" type="pres">
      <dgm:prSet presAssocID="{9016FB9E-F548-4A5B-8C1C-E76AFE49AC05}" presName="node" presStyleLbl="node1" presStyleIdx="0" presStyleCnt="9">
        <dgm:presLayoutVars>
          <dgm:bulletEnabled val="1"/>
        </dgm:presLayoutVars>
      </dgm:prSet>
      <dgm:spPr/>
    </dgm:pt>
    <dgm:pt modelId="{A689719F-B0FB-4BDF-AAEB-0AD7B4E9145B}" type="pres">
      <dgm:prSet presAssocID="{84D088BB-FB07-43F4-AC5B-1D77C72E6233}" presName="sibTrans" presStyleLbl="sibTrans1D1" presStyleIdx="0" presStyleCnt="8"/>
      <dgm:spPr/>
    </dgm:pt>
    <dgm:pt modelId="{07823D79-CE49-44C7-8774-75B0AA860E2A}" type="pres">
      <dgm:prSet presAssocID="{84D088BB-FB07-43F4-AC5B-1D77C72E6233}" presName="connectorText" presStyleLbl="sibTrans1D1" presStyleIdx="0" presStyleCnt="8"/>
      <dgm:spPr/>
    </dgm:pt>
    <dgm:pt modelId="{40FDB315-FFE6-4D8F-9756-431F358DB5B6}" type="pres">
      <dgm:prSet presAssocID="{ADEECF63-B329-40D1-900A-E21E9882D6A1}" presName="node" presStyleLbl="node1" presStyleIdx="1" presStyleCnt="9">
        <dgm:presLayoutVars>
          <dgm:bulletEnabled val="1"/>
        </dgm:presLayoutVars>
      </dgm:prSet>
      <dgm:spPr/>
    </dgm:pt>
    <dgm:pt modelId="{2277A65D-F028-4C74-80C4-96270F0A9798}" type="pres">
      <dgm:prSet presAssocID="{F081386F-5FC6-4BE8-8D8B-26CEA9FDDDE8}" presName="sibTrans" presStyleLbl="sibTrans1D1" presStyleIdx="1" presStyleCnt="8"/>
      <dgm:spPr/>
    </dgm:pt>
    <dgm:pt modelId="{15C0DECE-5C94-4A0C-A6FA-50B2C6C61F6F}" type="pres">
      <dgm:prSet presAssocID="{F081386F-5FC6-4BE8-8D8B-26CEA9FDDDE8}" presName="connectorText" presStyleLbl="sibTrans1D1" presStyleIdx="1" presStyleCnt="8"/>
      <dgm:spPr/>
    </dgm:pt>
    <dgm:pt modelId="{84ACE2CE-3B23-4B0C-89BE-34930DE347A5}" type="pres">
      <dgm:prSet presAssocID="{05CEB4E2-6054-4EC2-AC5A-A2B6C7780D92}" presName="node" presStyleLbl="node1" presStyleIdx="2" presStyleCnt="9">
        <dgm:presLayoutVars>
          <dgm:bulletEnabled val="1"/>
        </dgm:presLayoutVars>
      </dgm:prSet>
      <dgm:spPr/>
    </dgm:pt>
    <dgm:pt modelId="{29F324E8-D200-4D89-9323-D9AF0C636DB8}" type="pres">
      <dgm:prSet presAssocID="{589E1C00-8111-434C-9CBB-B90760FB301C}" presName="sibTrans" presStyleLbl="sibTrans1D1" presStyleIdx="2" presStyleCnt="8"/>
      <dgm:spPr/>
    </dgm:pt>
    <dgm:pt modelId="{BE86E10A-A276-4422-BDFA-E6FB029C347A}" type="pres">
      <dgm:prSet presAssocID="{589E1C00-8111-434C-9CBB-B90760FB301C}" presName="connectorText" presStyleLbl="sibTrans1D1" presStyleIdx="2" presStyleCnt="8"/>
      <dgm:spPr/>
    </dgm:pt>
    <dgm:pt modelId="{37351D49-92FE-418E-981A-4D8AEA734CC2}" type="pres">
      <dgm:prSet presAssocID="{F86F727C-1A42-4C4B-8C3C-4F213B77AA40}" presName="node" presStyleLbl="node1" presStyleIdx="3" presStyleCnt="9">
        <dgm:presLayoutVars>
          <dgm:bulletEnabled val="1"/>
        </dgm:presLayoutVars>
      </dgm:prSet>
      <dgm:spPr/>
    </dgm:pt>
    <dgm:pt modelId="{5E96042B-09E7-4A7B-9386-126448052B09}" type="pres">
      <dgm:prSet presAssocID="{A09DD866-8A94-44CE-BABE-DF88DC612796}" presName="sibTrans" presStyleLbl="sibTrans1D1" presStyleIdx="3" presStyleCnt="8"/>
      <dgm:spPr/>
    </dgm:pt>
    <dgm:pt modelId="{E7D8C1C8-D6AC-4AF2-97B7-0DF5CD71B315}" type="pres">
      <dgm:prSet presAssocID="{A09DD866-8A94-44CE-BABE-DF88DC612796}" presName="connectorText" presStyleLbl="sibTrans1D1" presStyleIdx="3" presStyleCnt="8"/>
      <dgm:spPr/>
    </dgm:pt>
    <dgm:pt modelId="{B6A218FC-03F1-4F22-9316-BFE5771FAD10}" type="pres">
      <dgm:prSet presAssocID="{AD0B16BE-65FF-4AEB-9F9E-07651BDDB45B}" presName="node" presStyleLbl="node1" presStyleIdx="4" presStyleCnt="9">
        <dgm:presLayoutVars>
          <dgm:bulletEnabled val="1"/>
        </dgm:presLayoutVars>
      </dgm:prSet>
      <dgm:spPr/>
    </dgm:pt>
    <dgm:pt modelId="{2985A553-8F9F-4E17-BB0C-0730D56E3F4E}" type="pres">
      <dgm:prSet presAssocID="{405AEA37-81EB-4C70-97C3-254951E1DA2B}" presName="sibTrans" presStyleLbl="sibTrans1D1" presStyleIdx="4" presStyleCnt="8"/>
      <dgm:spPr/>
    </dgm:pt>
    <dgm:pt modelId="{547E4528-5A52-4CF2-93DC-AD91C61CA018}" type="pres">
      <dgm:prSet presAssocID="{405AEA37-81EB-4C70-97C3-254951E1DA2B}" presName="connectorText" presStyleLbl="sibTrans1D1" presStyleIdx="4" presStyleCnt="8"/>
      <dgm:spPr/>
    </dgm:pt>
    <dgm:pt modelId="{CBA55EBC-9082-431B-A227-92AEAED64608}" type="pres">
      <dgm:prSet presAssocID="{F8768FBF-23F1-4DDF-8B34-06A01EE87226}" presName="node" presStyleLbl="node1" presStyleIdx="5" presStyleCnt="9">
        <dgm:presLayoutVars>
          <dgm:bulletEnabled val="1"/>
        </dgm:presLayoutVars>
      </dgm:prSet>
      <dgm:spPr/>
    </dgm:pt>
    <dgm:pt modelId="{24C6E1AB-3EEE-4693-A336-EDB475380107}" type="pres">
      <dgm:prSet presAssocID="{D3F41F69-FC14-4029-8C46-1DE46BC08A04}" presName="sibTrans" presStyleLbl="sibTrans1D1" presStyleIdx="5" presStyleCnt="8"/>
      <dgm:spPr/>
    </dgm:pt>
    <dgm:pt modelId="{0E22CA81-9AD1-432B-8AFF-280F9DB3CDB8}" type="pres">
      <dgm:prSet presAssocID="{D3F41F69-FC14-4029-8C46-1DE46BC08A04}" presName="connectorText" presStyleLbl="sibTrans1D1" presStyleIdx="5" presStyleCnt="8"/>
      <dgm:spPr/>
    </dgm:pt>
    <dgm:pt modelId="{8B96B095-637A-410A-A1AB-220436171B8E}" type="pres">
      <dgm:prSet presAssocID="{16B06797-C509-4B46-9809-05A420B77403}" presName="node" presStyleLbl="node1" presStyleIdx="6" presStyleCnt="9">
        <dgm:presLayoutVars>
          <dgm:bulletEnabled val="1"/>
        </dgm:presLayoutVars>
      </dgm:prSet>
      <dgm:spPr/>
    </dgm:pt>
    <dgm:pt modelId="{236E36C7-DD8F-49E4-9C41-5D9B11178B03}" type="pres">
      <dgm:prSet presAssocID="{587D65F2-348C-43FD-82CC-3213403E2745}" presName="sibTrans" presStyleLbl="sibTrans1D1" presStyleIdx="6" presStyleCnt="8"/>
      <dgm:spPr/>
    </dgm:pt>
    <dgm:pt modelId="{EA1CB4B2-88EF-400F-9055-AF30B2FC4821}" type="pres">
      <dgm:prSet presAssocID="{587D65F2-348C-43FD-82CC-3213403E2745}" presName="connectorText" presStyleLbl="sibTrans1D1" presStyleIdx="6" presStyleCnt="8"/>
      <dgm:spPr/>
    </dgm:pt>
    <dgm:pt modelId="{F58FA52A-BC83-443E-B022-823DFC1A616F}" type="pres">
      <dgm:prSet presAssocID="{E7954D4B-CA1A-4832-AC7C-1B55CCE932EC}" presName="node" presStyleLbl="node1" presStyleIdx="7" presStyleCnt="9">
        <dgm:presLayoutVars>
          <dgm:bulletEnabled val="1"/>
        </dgm:presLayoutVars>
      </dgm:prSet>
      <dgm:spPr/>
    </dgm:pt>
    <dgm:pt modelId="{4D76B184-BA43-4A94-A35A-ABA86132261C}" type="pres">
      <dgm:prSet presAssocID="{F9373A4D-AF5A-4ADF-870D-80BE0CCAF40D}" presName="sibTrans" presStyleLbl="sibTrans1D1" presStyleIdx="7" presStyleCnt="8"/>
      <dgm:spPr/>
    </dgm:pt>
    <dgm:pt modelId="{4FCD57BD-7DAC-4D62-93B2-F94614AFB500}" type="pres">
      <dgm:prSet presAssocID="{F9373A4D-AF5A-4ADF-870D-80BE0CCAF40D}" presName="connectorText" presStyleLbl="sibTrans1D1" presStyleIdx="7" presStyleCnt="8"/>
      <dgm:spPr/>
    </dgm:pt>
    <dgm:pt modelId="{58F6A72C-7922-480E-82DC-1161D1C65FEB}" type="pres">
      <dgm:prSet presAssocID="{60C0CD9F-1D2E-448C-85D5-56B21B4C3B49}" presName="node" presStyleLbl="node1" presStyleIdx="8" presStyleCnt="9">
        <dgm:presLayoutVars>
          <dgm:bulletEnabled val="1"/>
        </dgm:presLayoutVars>
      </dgm:prSet>
      <dgm:spPr/>
    </dgm:pt>
  </dgm:ptLst>
  <dgm:cxnLst>
    <dgm:cxn modelId="{BC79B411-00F7-4713-9C54-1C46142D1907}" type="presOf" srcId="{587D65F2-348C-43FD-82CC-3213403E2745}" destId="{236E36C7-DD8F-49E4-9C41-5D9B11178B03}" srcOrd="0" destOrd="0" presId="urn:microsoft.com/office/officeart/2016/7/layout/RepeatingBendingProcessNew"/>
    <dgm:cxn modelId="{177F131A-611A-4395-AB35-43FC9B82CFB2}" type="presOf" srcId="{F081386F-5FC6-4BE8-8D8B-26CEA9FDDDE8}" destId="{2277A65D-F028-4C74-80C4-96270F0A9798}" srcOrd="0" destOrd="0" presId="urn:microsoft.com/office/officeart/2016/7/layout/RepeatingBendingProcessNew"/>
    <dgm:cxn modelId="{064C4420-D986-4A6B-A221-5EE2CBDD1B53}" srcId="{5F76BDC4-6176-44CB-A904-E31FD2B8F5EA}" destId="{AD0B16BE-65FF-4AEB-9F9E-07651BDDB45B}" srcOrd="4" destOrd="0" parTransId="{1CA5F7CE-A681-43BD-AB04-67BF03D64141}" sibTransId="{405AEA37-81EB-4C70-97C3-254951E1DA2B}"/>
    <dgm:cxn modelId="{C9A0D523-959A-438B-B731-D70ABB438935}" type="presOf" srcId="{589E1C00-8111-434C-9CBB-B90760FB301C}" destId="{29F324E8-D200-4D89-9323-D9AF0C636DB8}" srcOrd="0" destOrd="0" presId="urn:microsoft.com/office/officeart/2016/7/layout/RepeatingBendingProcessNew"/>
    <dgm:cxn modelId="{82E1CD2C-6DB7-4726-9090-ED3283511819}" type="presOf" srcId="{84D088BB-FB07-43F4-AC5B-1D77C72E6233}" destId="{A689719F-B0FB-4BDF-AAEB-0AD7B4E9145B}" srcOrd="0" destOrd="0" presId="urn:microsoft.com/office/officeart/2016/7/layout/RepeatingBendingProcessNew"/>
    <dgm:cxn modelId="{BDF8C92E-3B49-4936-88EA-0FE2013D6DEB}" type="presOf" srcId="{A09DD866-8A94-44CE-BABE-DF88DC612796}" destId="{E7D8C1C8-D6AC-4AF2-97B7-0DF5CD71B315}" srcOrd="1" destOrd="0" presId="urn:microsoft.com/office/officeart/2016/7/layout/RepeatingBendingProcessNew"/>
    <dgm:cxn modelId="{D4118E30-F8E4-4D9B-90C3-11BB7958DE60}" srcId="{5F76BDC4-6176-44CB-A904-E31FD2B8F5EA}" destId="{9016FB9E-F548-4A5B-8C1C-E76AFE49AC05}" srcOrd="0" destOrd="0" parTransId="{B327F493-E290-443C-9D3D-277ABAA72646}" sibTransId="{84D088BB-FB07-43F4-AC5B-1D77C72E6233}"/>
    <dgm:cxn modelId="{ADB0243B-F6DA-49D2-BED2-C69F325F4EFE}" type="presOf" srcId="{405AEA37-81EB-4C70-97C3-254951E1DA2B}" destId="{2985A553-8F9F-4E17-BB0C-0730D56E3F4E}" srcOrd="0" destOrd="0" presId="urn:microsoft.com/office/officeart/2016/7/layout/RepeatingBendingProcessNew"/>
    <dgm:cxn modelId="{A9EB1162-E62F-4936-B182-84EE1D366575}" srcId="{5F76BDC4-6176-44CB-A904-E31FD2B8F5EA}" destId="{E7954D4B-CA1A-4832-AC7C-1B55CCE932EC}" srcOrd="7" destOrd="0" parTransId="{90A73AB1-4DB4-44B2-BF2C-90D277A1B1CE}" sibTransId="{F9373A4D-AF5A-4ADF-870D-80BE0CCAF40D}"/>
    <dgm:cxn modelId="{A0573E63-7A42-406D-8D8A-6B57214B1562}" type="presOf" srcId="{5F76BDC4-6176-44CB-A904-E31FD2B8F5EA}" destId="{30EFC5A7-A839-4206-94F6-76C23583C8E9}" srcOrd="0" destOrd="0" presId="urn:microsoft.com/office/officeart/2016/7/layout/RepeatingBendingProcessNew"/>
    <dgm:cxn modelId="{675E3F46-03C0-4205-B401-7324DB10AC0B}" type="presOf" srcId="{405AEA37-81EB-4C70-97C3-254951E1DA2B}" destId="{547E4528-5A52-4CF2-93DC-AD91C61CA018}" srcOrd="1" destOrd="0" presId="urn:microsoft.com/office/officeart/2016/7/layout/RepeatingBendingProcessNew"/>
    <dgm:cxn modelId="{2365E947-51B7-466F-829F-BF572F6CA83C}" type="presOf" srcId="{F9373A4D-AF5A-4ADF-870D-80BE0CCAF40D}" destId="{4D76B184-BA43-4A94-A35A-ABA86132261C}" srcOrd="0" destOrd="0" presId="urn:microsoft.com/office/officeart/2016/7/layout/RepeatingBendingProcessNew"/>
    <dgm:cxn modelId="{1E662C6C-50C3-4DFD-963A-B1EE43B5EECB}" type="presOf" srcId="{84D088BB-FB07-43F4-AC5B-1D77C72E6233}" destId="{07823D79-CE49-44C7-8774-75B0AA860E2A}" srcOrd="1" destOrd="0" presId="urn:microsoft.com/office/officeart/2016/7/layout/RepeatingBendingProcessNew"/>
    <dgm:cxn modelId="{C6709551-555E-4B4E-AC57-8FCD0FC9DB0C}" type="presOf" srcId="{F8768FBF-23F1-4DDF-8B34-06A01EE87226}" destId="{CBA55EBC-9082-431B-A227-92AEAED64608}" srcOrd="0" destOrd="0" presId="urn:microsoft.com/office/officeart/2016/7/layout/RepeatingBendingProcessNew"/>
    <dgm:cxn modelId="{9E2D3F76-ED2F-44BB-A298-539B0652C5B2}" srcId="{5F76BDC4-6176-44CB-A904-E31FD2B8F5EA}" destId="{ADEECF63-B329-40D1-900A-E21E9882D6A1}" srcOrd="1" destOrd="0" parTransId="{A18D73F0-6836-41D7-A97F-5D547D159182}" sibTransId="{F081386F-5FC6-4BE8-8D8B-26CEA9FDDDE8}"/>
    <dgm:cxn modelId="{C880EA76-21A3-46C2-9DD4-B13861BEC757}" srcId="{5F76BDC4-6176-44CB-A904-E31FD2B8F5EA}" destId="{60C0CD9F-1D2E-448C-85D5-56B21B4C3B49}" srcOrd="8" destOrd="0" parTransId="{A406E663-813C-4FB2-973D-48528A2B7C99}" sibTransId="{FCB5459C-5090-4C10-9C7C-95817E9D7691}"/>
    <dgm:cxn modelId="{B7B43A81-2771-4723-A7EE-A31D16C0F8B1}" type="presOf" srcId="{16B06797-C509-4B46-9809-05A420B77403}" destId="{8B96B095-637A-410A-A1AB-220436171B8E}" srcOrd="0" destOrd="0" presId="urn:microsoft.com/office/officeart/2016/7/layout/RepeatingBendingProcessNew"/>
    <dgm:cxn modelId="{E4A44085-A476-49A9-B605-21155F998573}" srcId="{5F76BDC4-6176-44CB-A904-E31FD2B8F5EA}" destId="{16B06797-C509-4B46-9809-05A420B77403}" srcOrd="6" destOrd="0" parTransId="{BF08B49A-EBE7-4279-B86D-0A053D05F66A}" sibTransId="{587D65F2-348C-43FD-82CC-3213403E2745}"/>
    <dgm:cxn modelId="{E0FF4D94-42BA-4BC0-A12B-8048865FC1D0}" type="presOf" srcId="{05CEB4E2-6054-4EC2-AC5A-A2B6C7780D92}" destId="{84ACE2CE-3B23-4B0C-89BE-34930DE347A5}" srcOrd="0" destOrd="0" presId="urn:microsoft.com/office/officeart/2016/7/layout/RepeatingBendingProcessNew"/>
    <dgm:cxn modelId="{F9229B97-1828-40CF-9D4E-00517C4E1A85}" type="presOf" srcId="{60C0CD9F-1D2E-448C-85D5-56B21B4C3B49}" destId="{58F6A72C-7922-480E-82DC-1161D1C65FEB}" srcOrd="0" destOrd="0" presId="urn:microsoft.com/office/officeart/2016/7/layout/RepeatingBendingProcessNew"/>
    <dgm:cxn modelId="{B85DE7A3-D108-489B-9061-F1EE3FBB8D05}" type="presOf" srcId="{587D65F2-348C-43FD-82CC-3213403E2745}" destId="{EA1CB4B2-88EF-400F-9055-AF30B2FC4821}" srcOrd="1" destOrd="0" presId="urn:microsoft.com/office/officeart/2016/7/layout/RepeatingBendingProcessNew"/>
    <dgm:cxn modelId="{9A9AC8B3-24F8-4596-9E78-2DA38395176E}" srcId="{5F76BDC4-6176-44CB-A904-E31FD2B8F5EA}" destId="{F8768FBF-23F1-4DDF-8B34-06A01EE87226}" srcOrd="5" destOrd="0" parTransId="{1CDDE78E-CC07-4F81-9F6B-8A8C51ECD765}" sibTransId="{D3F41F69-FC14-4029-8C46-1DE46BC08A04}"/>
    <dgm:cxn modelId="{9D57FCB5-CCE1-4F73-92EE-54192A4B24E4}" type="presOf" srcId="{AD0B16BE-65FF-4AEB-9F9E-07651BDDB45B}" destId="{B6A218FC-03F1-4F22-9316-BFE5771FAD10}" srcOrd="0" destOrd="0" presId="urn:microsoft.com/office/officeart/2016/7/layout/RepeatingBendingProcessNew"/>
    <dgm:cxn modelId="{73FE0FC0-CE82-4717-9E4F-795D35EC785F}" type="presOf" srcId="{D3F41F69-FC14-4029-8C46-1DE46BC08A04}" destId="{0E22CA81-9AD1-432B-8AFF-280F9DB3CDB8}" srcOrd="1" destOrd="0" presId="urn:microsoft.com/office/officeart/2016/7/layout/RepeatingBendingProcessNew"/>
    <dgm:cxn modelId="{85B406C4-7249-4E38-B2D2-0141807F2483}" type="presOf" srcId="{589E1C00-8111-434C-9CBB-B90760FB301C}" destId="{BE86E10A-A276-4422-BDFA-E6FB029C347A}" srcOrd="1" destOrd="0" presId="urn:microsoft.com/office/officeart/2016/7/layout/RepeatingBendingProcessNew"/>
    <dgm:cxn modelId="{FA7D15C4-EC17-42D2-9D63-69B3871EF118}" type="presOf" srcId="{9016FB9E-F548-4A5B-8C1C-E76AFE49AC05}" destId="{2FC986CE-2CE2-46E5-89CE-0BE7ECF5736A}" srcOrd="0" destOrd="0" presId="urn:microsoft.com/office/officeart/2016/7/layout/RepeatingBendingProcessNew"/>
    <dgm:cxn modelId="{AEEAD5CB-6186-41FC-AD3D-F8839CD1ABB1}" type="presOf" srcId="{F86F727C-1A42-4C4B-8C3C-4F213B77AA40}" destId="{37351D49-92FE-418E-981A-4D8AEA734CC2}" srcOrd="0" destOrd="0" presId="urn:microsoft.com/office/officeart/2016/7/layout/RepeatingBendingProcessNew"/>
    <dgm:cxn modelId="{82FF02CF-ECA6-44F6-A269-6F146D7A1681}" type="presOf" srcId="{ADEECF63-B329-40D1-900A-E21E9882D6A1}" destId="{40FDB315-FFE6-4D8F-9756-431F358DB5B6}" srcOrd="0" destOrd="0" presId="urn:microsoft.com/office/officeart/2016/7/layout/RepeatingBendingProcessNew"/>
    <dgm:cxn modelId="{BDDB4DD1-7F7E-4D9F-B0D7-0F72428B4B61}" type="presOf" srcId="{D3F41F69-FC14-4029-8C46-1DE46BC08A04}" destId="{24C6E1AB-3EEE-4693-A336-EDB475380107}" srcOrd="0" destOrd="0" presId="urn:microsoft.com/office/officeart/2016/7/layout/RepeatingBendingProcessNew"/>
    <dgm:cxn modelId="{D95035D3-8B5C-4EB6-8F7D-5A27A1F5E510}" type="presOf" srcId="{A09DD866-8A94-44CE-BABE-DF88DC612796}" destId="{5E96042B-09E7-4A7B-9386-126448052B09}" srcOrd="0" destOrd="0" presId="urn:microsoft.com/office/officeart/2016/7/layout/RepeatingBendingProcessNew"/>
    <dgm:cxn modelId="{3037E0D8-CEEE-4671-B378-1AAF686C2E4C}" srcId="{5F76BDC4-6176-44CB-A904-E31FD2B8F5EA}" destId="{05CEB4E2-6054-4EC2-AC5A-A2B6C7780D92}" srcOrd="2" destOrd="0" parTransId="{805F03D8-C90A-476B-A85D-CEB44E24E428}" sibTransId="{589E1C00-8111-434C-9CBB-B90760FB301C}"/>
    <dgm:cxn modelId="{87522DE6-5CF0-430A-AA10-6BCC084390A8}" type="presOf" srcId="{E7954D4B-CA1A-4832-AC7C-1B55CCE932EC}" destId="{F58FA52A-BC83-443E-B022-823DFC1A616F}" srcOrd="0" destOrd="0" presId="urn:microsoft.com/office/officeart/2016/7/layout/RepeatingBendingProcessNew"/>
    <dgm:cxn modelId="{69D683EB-0391-4B53-980F-580FFDB24332}" type="presOf" srcId="{F081386F-5FC6-4BE8-8D8B-26CEA9FDDDE8}" destId="{15C0DECE-5C94-4A0C-A6FA-50B2C6C61F6F}" srcOrd="1" destOrd="0" presId="urn:microsoft.com/office/officeart/2016/7/layout/RepeatingBendingProcessNew"/>
    <dgm:cxn modelId="{AA4326F6-876D-414E-B555-2AA96BB26F49}" srcId="{5F76BDC4-6176-44CB-A904-E31FD2B8F5EA}" destId="{F86F727C-1A42-4C4B-8C3C-4F213B77AA40}" srcOrd="3" destOrd="0" parTransId="{2EB7A171-CEE8-4830-8ACB-1170B34ECD55}" sibTransId="{A09DD866-8A94-44CE-BABE-DF88DC612796}"/>
    <dgm:cxn modelId="{92F04BFD-47D7-4ABA-818A-CFE2448BEBB1}" type="presOf" srcId="{F9373A4D-AF5A-4ADF-870D-80BE0CCAF40D}" destId="{4FCD57BD-7DAC-4D62-93B2-F94614AFB500}" srcOrd="1" destOrd="0" presId="urn:microsoft.com/office/officeart/2016/7/layout/RepeatingBendingProcessNew"/>
    <dgm:cxn modelId="{7B217277-5735-4A29-8EAF-8979FEF0B788}" type="presParOf" srcId="{30EFC5A7-A839-4206-94F6-76C23583C8E9}" destId="{2FC986CE-2CE2-46E5-89CE-0BE7ECF5736A}" srcOrd="0" destOrd="0" presId="urn:microsoft.com/office/officeart/2016/7/layout/RepeatingBendingProcessNew"/>
    <dgm:cxn modelId="{C12EB7B6-5513-4AB5-AA2C-40D1246C2FA5}" type="presParOf" srcId="{30EFC5A7-A839-4206-94F6-76C23583C8E9}" destId="{A689719F-B0FB-4BDF-AAEB-0AD7B4E9145B}" srcOrd="1" destOrd="0" presId="urn:microsoft.com/office/officeart/2016/7/layout/RepeatingBendingProcessNew"/>
    <dgm:cxn modelId="{4D225984-61FE-4BCD-B47B-B05E3046C00A}" type="presParOf" srcId="{A689719F-B0FB-4BDF-AAEB-0AD7B4E9145B}" destId="{07823D79-CE49-44C7-8774-75B0AA860E2A}" srcOrd="0" destOrd="0" presId="urn:microsoft.com/office/officeart/2016/7/layout/RepeatingBendingProcessNew"/>
    <dgm:cxn modelId="{5FD283F9-DCA1-411C-96B9-E39AB494D56F}" type="presParOf" srcId="{30EFC5A7-A839-4206-94F6-76C23583C8E9}" destId="{40FDB315-FFE6-4D8F-9756-431F358DB5B6}" srcOrd="2" destOrd="0" presId="urn:microsoft.com/office/officeart/2016/7/layout/RepeatingBendingProcessNew"/>
    <dgm:cxn modelId="{84B3ADE1-1ECF-4AE2-AD71-5050FD45EFD1}" type="presParOf" srcId="{30EFC5A7-A839-4206-94F6-76C23583C8E9}" destId="{2277A65D-F028-4C74-80C4-96270F0A9798}" srcOrd="3" destOrd="0" presId="urn:microsoft.com/office/officeart/2016/7/layout/RepeatingBendingProcessNew"/>
    <dgm:cxn modelId="{5E29FEA7-109C-4E50-8AB2-5E65B4622C38}" type="presParOf" srcId="{2277A65D-F028-4C74-80C4-96270F0A9798}" destId="{15C0DECE-5C94-4A0C-A6FA-50B2C6C61F6F}" srcOrd="0" destOrd="0" presId="urn:microsoft.com/office/officeart/2016/7/layout/RepeatingBendingProcessNew"/>
    <dgm:cxn modelId="{C8AA28B7-D01B-45D9-8A1F-2A7AC1A18AFF}" type="presParOf" srcId="{30EFC5A7-A839-4206-94F6-76C23583C8E9}" destId="{84ACE2CE-3B23-4B0C-89BE-34930DE347A5}" srcOrd="4" destOrd="0" presId="urn:microsoft.com/office/officeart/2016/7/layout/RepeatingBendingProcessNew"/>
    <dgm:cxn modelId="{13E825BA-12BD-4AAB-83AA-B99131253299}" type="presParOf" srcId="{30EFC5A7-A839-4206-94F6-76C23583C8E9}" destId="{29F324E8-D200-4D89-9323-D9AF0C636DB8}" srcOrd="5" destOrd="0" presId="urn:microsoft.com/office/officeart/2016/7/layout/RepeatingBendingProcessNew"/>
    <dgm:cxn modelId="{25CB6DCF-B89D-40DD-9CCD-C6585183C5CB}" type="presParOf" srcId="{29F324E8-D200-4D89-9323-D9AF0C636DB8}" destId="{BE86E10A-A276-4422-BDFA-E6FB029C347A}" srcOrd="0" destOrd="0" presId="urn:microsoft.com/office/officeart/2016/7/layout/RepeatingBendingProcessNew"/>
    <dgm:cxn modelId="{4D130C2C-B4DD-4B2B-98C6-52FAD5470D71}" type="presParOf" srcId="{30EFC5A7-A839-4206-94F6-76C23583C8E9}" destId="{37351D49-92FE-418E-981A-4D8AEA734CC2}" srcOrd="6" destOrd="0" presId="urn:microsoft.com/office/officeart/2016/7/layout/RepeatingBendingProcessNew"/>
    <dgm:cxn modelId="{6C2A3A5F-519C-4832-86A8-ABA6483BAC8F}" type="presParOf" srcId="{30EFC5A7-A839-4206-94F6-76C23583C8E9}" destId="{5E96042B-09E7-4A7B-9386-126448052B09}" srcOrd="7" destOrd="0" presId="urn:microsoft.com/office/officeart/2016/7/layout/RepeatingBendingProcessNew"/>
    <dgm:cxn modelId="{EB81F295-B5D2-4371-8FAE-F833BFB8B3E7}" type="presParOf" srcId="{5E96042B-09E7-4A7B-9386-126448052B09}" destId="{E7D8C1C8-D6AC-4AF2-97B7-0DF5CD71B315}" srcOrd="0" destOrd="0" presId="urn:microsoft.com/office/officeart/2016/7/layout/RepeatingBendingProcessNew"/>
    <dgm:cxn modelId="{C3B7AB5D-3EDC-494D-B5FF-256BE7A5F908}" type="presParOf" srcId="{30EFC5A7-A839-4206-94F6-76C23583C8E9}" destId="{B6A218FC-03F1-4F22-9316-BFE5771FAD10}" srcOrd="8" destOrd="0" presId="urn:microsoft.com/office/officeart/2016/7/layout/RepeatingBendingProcessNew"/>
    <dgm:cxn modelId="{D9A3EBCC-3F23-4B3D-B8AB-B1B3012C1677}" type="presParOf" srcId="{30EFC5A7-A839-4206-94F6-76C23583C8E9}" destId="{2985A553-8F9F-4E17-BB0C-0730D56E3F4E}" srcOrd="9" destOrd="0" presId="urn:microsoft.com/office/officeart/2016/7/layout/RepeatingBendingProcessNew"/>
    <dgm:cxn modelId="{BD9DACB7-3D25-4D7C-BC7B-3BC076C270E4}" type="presParOf" srcId="{2985A553-8F9F-4E17-BB0C-0730D56E3F4E}" destId="{547E4528-5A52-4CF2-93DC-AD91C61CA018}" srcOrd="0" destOrd="0" presId="urn:microsoft.com/office/officeart/2016/7/layout/RepeatingBendingProcessNew"/>
    <dgm:cxn modelId="{77A7D236-CDC2-450B-B520-9750376413D9}" type="presParOf" srcId="{30EFC5A7-A839-4206-94F6-76C23583C8E9}" destId="{CBA55EBC-9082-431B-A227-92AEAED64608}" srcOrd="10" destOrd="0" presId="urn:microsoft.com/office/officeart/2016/7/layout/RepeatingBendingProcessNew"/>
    <dgm:cxn modelId="{3F298E8D-C6C2-4B8F-ACF7-C8B546158B62}" type="presParOf" srcId="{30EFC5A7-A839-4206-94F6-76C23583C8E9}" destId="{24C6E1AB-3EEE-4693-A336-EDB475380107}" srcOrd="11" destOrd="0" presId="urn:microsoft.com/office/officeart/2016/7/layout/RepeatingBendingProcessNew"/>
    <dgm:cxn modelId="{6DE5921F-1550-4EA7-8C0D-A5634449E62F}" type="presParOf" srcId="{24C6E1AB-3EEE-4693-A336-EDB475380107}" destId="{0E22CA81-9AD1-432B-8AFF-280F9DB3CDB8}" srcOrd="0" destOrd="0" presId="urn:microsoft.com/office/officeart/2016/7/layout/RepeatingBendingProcessNew"/>
    <dgm:cxn modelId="{8ADDA6D3-5A6D-47C6-807B-EADFEC5CCF7D}" type="presParOf" srcId="{30EFC5A7-A839-4206-94F6-76C23583C8E9}" destId="{8B96B095-637A-410A-A1AB-220436171B8E}" srcOrd="12" destOrd="0" presId="urn:microsoft.com/office/officeart/2016/7/layout/RepeatingBendingProcessNew"/>
    <dgm:cxn modelId="{D8F78494-A447-40BC-8C64-18BA85501FB0}" type="presParOf" srcId="{30EFC5A7-A839-4206-94F6-76C23583C8E9}" destId="{236E36C7-DD8F-49E4-9C41-5D9B11178B03}" srcOrd="13" destOrd="0" presId="urn:microsoft.com/office/officeart/2016/7/layout/RepeatingBendingProcessNew"/>
    <dgm:cxn modelId="{F93BE3FB-F591-497D-A2BD-EAEB667699AB}" type="presParOf" srcId="{236E36C7-DD8F-49E4-9C41-5D9B11178B03}" destId="{EA1CB4B2-88EF-400F-9055-AF30B2FC4821}" srcOrd="0" destOrd="0" presId="urn:microsoft.com/office/officeart/2016/7/layout/RepeatingBendingProcessNew"/>
    <dgm:cxn modelId="{A9321AF3-604D-4B89-918D-7A96C4A99E54}" type="presParOf" srcId="{30EFC5A7-A839-4206-94F6-76C23583C8E9}" destId="{F58FA52A-BC83-443E-B022-823DFC1A616F}" srcOrd="14" destOrd="0" presId="urn:microsoft.com/office/officeart/2016/7/layout/RepeatingBendingProcessNew"/>
    <dgm:cxn modelId="{E501150F-692D-48A6-B4BF-1FB80294C14F}" type="presParOf" srcId="{30EFC5A7-A839-4206-94F6-76C23583C8E9}" destId="{4D76B184-BA43-4A94-A35A-ABA86132261C}" srcOrd="15" destOrd="0" presId="urn:microsoft.com/office/officeart/2016/7/layout/RepeatingBendingProcessNew"/>
    <dgm:cxn modelId="{C62C933E-F43D-4CD8-A836-E01B5C6F30AB}" type="presParOf" srcId="{4D76B184-BA43-4A94-A35A-ABA86132261C}" destId="{4FCD57BD-7DAC-4D62-93B2-F94614AFB500}" srcOrd="0" destOrd="0" presId="urn:microsoft.com/office/officeart/2016/7/layout/RepeatingBendingProcessNew"/>
    <dgm:cxn modelId="{367E5B96-8C0A-43A3-A521-3D31284C8757}" type="presParOf" srcId="{30EFC5A7-A839-4206-94F6-76C23583C8E9}" destId="{58F6A72C-7922-480E-82DC-1161D1C65FEB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89719F-B0FB-4BDF-AAEB-0AD7B4E9145B}">
      <dsp:nvSpPr>
        <dsp:cNvPr id="0" name=""/>
        <dsp:cNvSpPr/>
      </dsp:nvSpPr>
      <dsp:spPr>
        <a:xfrm>
          <a:off x="2320160" y="405809"/>
          <a:ext cx="3153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538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9202" y="449799"/>
        <a:ext cx="17299" cy="3459"/>
      </dsp:txXfrm>
    </dsp:sp>
    <dsp:sp modelId="{2FC986CE-2CE2-46E5-89CE-0BE7ECF5736A}">
      <dsp:nvSpPr>
        <dsp:cNvPr id="0" name=""/>
        <dsp:cNvSpPr/>
      </dsp:nvSpPr>
      <dsp:spPr>
        <a:xfrm>
          <a:off x="817686" y="247"/>
          <a:ext cx="1504274" cy="9025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11" tIns="77372" rIns="73711" bIns="7737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Customer contacts Call Center </a:t>
          </a:r>
        </a:p>
      </dsp:txBody>
      <dsp:txXfrm>
        <a:off x="817686" y="247"/>
        <a:ext cx="1504274" cy="902564"/>
      </dsp:txXfrm>
    </dsp:sp>
    <dsp:sp modelId="{2277A65D-F028-4C74-80C4-96270F0A9798}">
      <dsp:nvSpPr>
        <dsp:cNvPr id="0" name=""/>
        <dsp:cNvSpPr/>
      </dsp:nvSpPr>
      <dsp:spPr>
        <a:xfrm>
          <a:off x="4170418" y="405809"/>
          <a:ext cx="3153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538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19460" y="449799"/>
        <a:ext cx="17299" cy="3459"/>
      </dsp:txXfrm>
    </dsp:sp>
    <dsp:sp modelId="{40FDB315-FFE6-4D8F-9756-431F358DB5B6}">
      <dsp:nvSpPr>
        <dsp:cNvPr id="0" name=""/>
        <dsp:cNvSpPr/>
      </dsp:nvSpPr>
      <dsp:spPr>
        <a:xfrm>
          <a:off x="2667944" y="247"/>
          <a:ext cx="1504274" cy="9025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11" tIns="77372" rIns="73711" bIns="7737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Call Center creates ticket </a:t>
          </a:r>
        </a:p>
      </dsp:txBody>
      <dsp:txXfrm>
        <a:off x="2667944" y="247"/>
        <a:ext cx="1504274" cy="902564"/>
      </dsp:txXfrm>
    </dsp:sp>
    <dsp:sp modelId="{29F324E8-D200-4D89-9323-D9AF0C636DB8}">
      <dsp:nvSpPr>
        <dsp:cNvPr id="0" name=""/>
        <dsp:cNvSpPr/>
      </dsp:nvSpPr>
      <dsp:spPr>
        <a:xfrm>
          <a:off x="6020675" y="405809"/>
          <a:ext cx="3153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538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69717" y="449799"/>
        <a:ext cx="17299" cy="3459"/>
      </dsp:txXfrm>
    </dsp:sp>
    <dsp:sp modelId="{84ACE2CE-3B23-4B0C-89BE-34930DE347A5}">
      <dsp:nvSpPr>
        <dsp:cNvPr id="0" name=""/>
        <dsp:cNvSpPr/>
      </dsp:nvSpPr>
      <dsp:spPr>
        <a:xfrm>
          <a:off x="4518201" y="247"/>
          <a:ext cx="1504274" cy="9025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11" tIns="77372" rIns="73711" bIns="7737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System assigns ticket automatically </a:t>
          </a:r>
        </a:p>
      </dsp:txBody>
      <dsp:txXfrm>
        <a:off x="4518201" y="247"/>
        <a:ext cx="1504274" cy="902564"/>
      </dsp:txXfrm>
    </dsp:sp>
    <dsp:sp modelId="{5E96042B-09E7-4A7B-9386-126448052B09}">
      <dsp:nvSpPr>
        <dsp:cNvPr id="0" name=""/>
        <dsp:cNvSpPr/>
      </dsp:nvSpPr>
      <dsp:spPr>
        <a:xfrm>
          <a:off x="1569823" y="901012"/>
          <a:ext cx="5550772" cy="315383"/>
        </a:xfrm>
        <a:custGeom>
          <a:avLst/>
          <a:gdLst/>
          <a:ahLst/>
          <a:cxnLst/>
          <a:rect l="0" t="0" r="0" b="0"/>
          <a:pathLst>
            <a:path>
              <a:moveTo>
                <a:pt x="5550772" y="0"/>
              </a:moveTo>
              <a:lnTo>
                <a:pt x="5550772" y="174791"/>
              </a:lnTo>
              <a:lnTo>
                <a:pt x="0" y="174791"/>
              </a:lnTo>
              <a:lnTo>
                <a:pt x="0" y="315383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06171" y="1056973"/>
        <a:ext cx="278077" cy="3459"/>
      </dsp:txXfrm>
    </dsp:sp>
    <dsp:sp modelId="{37351D49-92FE-418E-981A-4D8AEA734CC2}">
      <dsp:nvSpPr>
        <dsp:cNvPr id="0" name=""/>
        <dsp:cNvSpPr/>
      </dsp:nvSpPr>
      <dsp:spPr>
        <a:xfrm>
          <a:off x="6368459" y="247"/>
          <a:ext cx="1504274" cy="9025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11" tIns="77372" rIns="73711" bIns="7737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Technical staff receives task via mobile app/SMS </a:t>
          </a:r>
        </a:p>
      </dsp:txBody>
      <dsp:txXfrm>
        <a:off x="6368459" y="247"/>
        <a:ext cx="1504274" cy="902564"/>
      </dsp:txXfrm>
    </dsp:sp>
    <dsp:sp modelId="{2985A553-8F9F-4E17-BB0C-0730D56E3F4E}">
      <dsp:nvSpPr>
        <dsp:cNvPr id="0" name=""/>
        <dsp:cNvSpPr/>
      </dsp:nvSpPr>
      <dsp:spPr>
        <a:xfrm>
          <a:off x="2320160" y="1654357"/>
          <a:ext cx="3153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538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9202" y="1698347"/>
        <a:ext cx="17299" cy="3459"/>
      </dsp:txXfrm>
    </dsp:sp>
    <dsp:sp modelId="{B6A218FC-03F1-4F22-9316-BFE5771FAD10}">
      <dsp:nvSpPr>
        <dsp:cNvPr id="0" name=""/>
        <dsp:cNvSpPr/>
      </dsp:nvSpPr>
      <dsp:spPr>
        <a:xfrm>
          <a:off x="817686" y="1248795"/>
          <a:ext cx="1504274" cy="9025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11" tIns="77372" rIns="73711" bIns="7737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Team Manager and NOC monitor progress </a:t>
          </a:r>
        </a:p>
      </dsp:txBody>
      <dsp:txXfrm>
        <a:off x="817686" y="1248795"/>
        <a:ext cx="1504274" cy="902564"/>
      </dsp:txXfrm>
    </dsp:sp>
    <dsp:sp modelId="{24C6E1AB-3EEE-4693-A336-EDB475380107}">
      <dsp:nvSpPr>
        <dsp:cNvPr id="0" name=""/>
        <dsp:cNvSpPr/>
      </dsp:nvSpPr>
      <dsp:spPr>
        <a:xfrm>
          <a:off x="4170418" y="1654357"/>
          <a:ext cx="3153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538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19460" y="1698347"/>
        <a:ext cx="17299" cy="3459"/>
      </dsp:txXfrm>
    </dsp:sp>
    <dsp:sp modelId="{CBA55EBC-9082-431B-A227-92AEAED64608}">
      <dsp:nvSpPr>
        <dsp:cNvPr id="0" name=""/>
        <dsp:cNvSpPr/>
      </dsp:nvSpPr>
      <dsp:spPr>
        <a:xfrm>
          <a:off x="2667944" y="1248795"/>
          <a:ext cx="1504274" cy="9025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11" tIns="77372" rIns="73711" bIns="7737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Technician resolves issue </a:t>
          </a:r>
        </a:p>
      </dsp:txBody>
      <dsp:txXfrm>
        <a:off x="2667944" y="1248795"/>
        <a:ext cx="1504274" cy="902564"/>
      </dsp:txXfrm>
    </dsp:sp>
    <dsp:sp modelId="{236E36C7-DD8F-49E4-9C41-5D9B11178B03}">
      <dsp:nvSpPr>
        <dsp:cNvPr id="0" name=""/>
        <dsp:cNvSpPr/>
      </dsp:nvSpPr>
      <dsp:spPr>
        <a:xfrm>
          <a:off x="6020675" y="1654357"/>
          <a:ext cx="3153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538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69717" y="1698347"/>
        <a:ext cx="17299" cy="3459"/>
      </dsp:txXfrm>
    </dsp:sp>
    <dsp:sp modelId="{8B96B095-637A-410A-A1AB-220436171B8E}">
      <dsp:nvSpPr>
        <dsp:cNvPr id="0" name=""/>
        <dsp:cNvSpPr/>
      </dsp:nvSpPr>
      <dsp:spPr>
        <a:xfrm>
          <a:off x="4518201" y="1248795"/>
          <a:ext cx="1504274" cy="9025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11" tIns="77372" rIns="73711" bIns="7737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Closure request submitted </a:t>
          </a:r>
        </a:p>
      </dsp:txBody>
      <dsp:txXfrm>
        <a:off x="4518201" y="1248795"/>
        <a:ext cx="1504274" cy="902564"/>
      </dsp:txXfrm>
    </dsp:sp>
    <dsp:sp modelId="{4D76B184-BA43-4A94-A35A-ABA86132261C}">
      <dsp:nvSpPr>
        <dsp:cNvPr id="0" name=""/>
        <dsp:cNvSpPr/>
      </dsp:nvSpPr>
      <dsp:spPr>
        <a:xfrm>
          <a:off x="1569823" y="2149559"/>
          <a:ext cx="5550772" cy="315383"/>
        </a:xfrm>
        <a:custGeom>
          <a:avLst/>
          <a:gdLst/>
          <a:ahLst/>
          <a:cxnLst/>
          <a:rect l="0" t="0" r="0" b="0"/>
          <a:pathLst>
            <a:path>
              <a:moveTo>
                <a:pt x="5550772" y="0"/>
              </a:moveTo>
              <a:lnTo>
                <a:pt x="5550772" y="174791"/>
              </a:lnTo>
              <a:lnTo>
                <a:pt x="0" y="174791"/>
              </a:lnTo>
              <a:lnTo>
                <a:pt x="0" y="315383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06171" y="2305521"/>
        <a:ext cx="278077" cy="3459"/>
      </dsp:txXfrm>
    </dsp:sp>
    <dsp:sp modelId="{F58FA52A-BC83-443E-B022-823DFC1A616F}">
      <dsp:nvSpPr>
        <dsp:cNvPr id="0" name=""/>
        <dsp:cNvSpPr/>
      </dsp:nvSpPr>
      <dsp:spPr>
        <a:xfrm>
          <a:off x="6368459" y="1248795"/>
          <a:ext cx="1504274" cy="9025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11" tIns="77372" rIns="73711" bIns="7737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Call Center confirms with customer </a:t>
          </a:r>
        </a:p>
      </dsp:txBody>
      <dsp:txXfrm>
        <a:off x="6368459" y="1248795"/>
        <a:ext cx="1504274" cy="902564"/>
      </dsp:txXfrm>
    </dsp:sp>
    <dsp:sp modelId="{58F6A72C-7922-480E-82DC-1161D1C65FEB}">
      <dsp:nvSpPr>
        <dsp:cNvPr id="0" name=""/>
        <dsp:cNvSpPr/>
      </dsp:nvSpPr>
      <dsp:spPr>
        <a:xfrm>
          <a:off x="817686" y="2497342"/>
          <a:ext cx="1504274" cy="9025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711" tIns="77372" rIns="73711" bIns="7737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Ticket closed or reopened </a:t>
          </a:r>
        </a:p>
      </dsp:txBody>
      <dsp:txXfrm>
        <a:off x="817686" y="2497342"/>
        <a:ext cx="1504274" cy="902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1083f33e91c_2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1083f33e91c_2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107aaa41fe9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107aaa41fe9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cc7554a049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cc7554a049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cc7554a049_0_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cc7554a049_0_4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>
          <a:extLst>
            <a:ext uri="{FF2B5EF4-FFF2-40B4-BE49-F238E27FC236}">
              <a16:creationId xmlns:a16="http://schemas.microsoft.com/office/drawing/2014/main" id="{B5D368AB-AC52-9BE8-45DE-C9A8057F6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cc7554a049_0_448:notes">
            <a:extLst>
              <a:ext uri="{FF2B5EF4-FFF2-40B4-BE49-F238E27FC236}">
                <a16:creationId xmlns:a16="http://schemas.microsoft.com/office/drawing/2014/main" id="{AA962815-AB14-D678-0A9B-7FEF86774A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cc7554a049_0_448:notes">
            <a:extLst>
              <a:ext uri="{FF2B5EF4-FFF2-40B4-BE49-F238E27FC236}">
                <a16:creationId xmlns:a16="http://schemas.microsoft.com/office/drawing/2014/main" id="{981575A9-CDD4-A8AF-355B-CE0F12564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6784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cc7554a049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cc7554a049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cc7554a049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cc7554a049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cc7554a049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cc7554a049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6108E741-EC72-4E16-3255-1821A008D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cc7554a049_0_363:notes">
            <a:extLst>
              <a:ext uri="{FF2B5EF4-FFF2-40B4-BE49-F238E27FC236}">
                <a16:creationId xmlns:a16="http://schemas.microsoft.com/office/drawing/2014/main" id="{E09D31F7-FEDF-D6FA-5443-040104A3A2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cc7554a049_0_363:notes">
            <a:extLst>
              <a:ext uri="{FF2B5EF4-FFF2-40B4-BE49-F238E27FC236}">
                <a16:creationId xmlns:a16="http://schemas.microsoft.com/office/drawing/2014/main" id="{07353950-A0B1-4F85-2CD4-1A1D1CDD00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52620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8">
          <a:extLst>
            <a:ext uri="{FF2B5EF4-FFF2-40B4-BE49-F238E27FC236}">
              <a16:creationId xmlns:a16="http://schemas.microsoft.com/office/drawing/2014/main" id="{8C4606F3-8A1C-51BF-7C4E-E3A8B5A98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1083f33e91c_2_322:notes">
            <a:extLst>
              <a:ext uri="{FF2B5EF4-FFF2-40B4-BE49-F238E27FC236}">
                <a16:creationId xmlns:a16="http://schemas.microsoft.com/office/drawing/2014/main" id="{E0BA4B27-44E0-B8C6-5634-7E7536E107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1083f33e91c_2_322:notes">
            <a:extLst>
              <a:ext uri="{FF2B5EF4-FFF2-40B4-BE49-F238E27FC236}">
                <a16:creationId xmlns:a16="http://schemas.microsoft.com/office/drawing/2014/main" id="{4C598455-999E-66DD-60EF-3908A85D4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23311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2E8ACF0B-4A24-1D61-DE3E-9A92BB0C4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>
            <a:extLst>
              <a:ext uri="{FF2B5EF4-FFF2-40B4-BE49-F238E27FC236}">
                <a16:creationId xmlns:a16="http://schemas.microsoft.com/office/drawing/2014/main" id="{39FC532D-26F0-6D98-523C-2BBB89634E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>
            <a:extLst>
              <a:ext uri="{FF2B5EF4-FFF2-40B4-BE49-F238E27FC236}">
                <a16:creationId xmlns:a16="http://schemas.microsoft.com/office/drawing/2014/main" id="{EF7B1F25-16AF-CB43-0E53-1377EC4BFC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1307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DC60825A-C1D8-6894-1EB6-C43A13E8C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>
            <a:extLst>
              <a:ext uri="{FF2B5EF4-FFF2-40B4-BE49-F238E27FC236}">
                <a16:creationId xmlns:a16="http://schemas.microsoft.com/office/drawing/2014/main" id="{FCBDB8B4-6122-1DD1-4DC2-14FB6343F3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>
            <a:extLst>
              <a:ext uri="{FF2B5EF4-FFF2-40B4-BE49-F238E27FC236}">
                <a16:creationId xmlns:a16="http://schemas.microsoft.com/office/drawing/2014/main" id="{62804413-D743-84FC-728D-68536D09BA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89310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7">
          <a:extLst>
            <a:ext uri="{FF2B5EF4-FFF2-40B4-BE49-F238E27FC236}">
              <a16:creationId xmlns:a16="http://schemas.microsoft.com/office/drawing/2014/main" id="{3310CD49-48E1-D712-8E10-FD5AEE951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cc7554a049_0_900:notes">
            <a:extLst>
              <a:ext uri="{FF2B5EF4-FFF2-40B4-BE49-F238E27FC236}">
                <a16:creationId xmlns:a16="http://schemas.microsoft.com/office/drawing/2014/main" id="{09C90AFE-427E-1EFB-275E-367969EB31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cc7554a049_0_900:notes">
            <a:extLst>
              <a:ext uri="{FF2B5EF4-FFF2-40B4-BE49-F238E27FC236}">
                <a16:creationId xmlns:a16="http://schemas.microsoft.com/office/drawing/2014/main" id="{13AF1682-E137-6F64-0B2B-D7F7835303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15123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77B68DA3-5A22-CDB2-BD65-084DDA57C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cc7554a049_0_363:notes">
            <a:extLst>
              <a:ext uri="{FF2B5EF4-FFF2-40B4-BE49-F238E27FC236}">
                <a16:creationId xmlns:a16="http://schemas.microsoft.com/office/drawing/2014/main" id="{FE5ADE5E-801D-8D16-A452-316153AC1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cc7554a049_0_363:notes">
            <a:extLst>
              <a:ext uri="{FF2B5EF4-FFF2-40B4-BE49-F238E27FC236}">
                <a16:creationId xmlns:a16="http://schemas.microsoft.com/office/drawing/2014/main" id="{D32D4135-CD0A-6478-68EE-393DC8413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24987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>
          <a:extLst>
            <a:ext uri="{FF2B5EF4-FFF2-40B4-BE49-F238E27FC236}">
              <a16:creationId xmlns:a16="http://schemas.microsoft.com/office/drawing/2014/main" id="{A007EA01-1BB0-B2B4-A2FD-131A8A7D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5aad17dc0_0_2:notes">
            <a:extLst>
              <a:ext uri="{FF2B5EF4-FFF2-40B4-BE49-F238E27FC236}">
                <a16:creationId xmlns:a16="http://schemas.microsoft.com/office/drawing/2014/main" id="{1CB3E1AB-E5D6-1C75-778C-CDF2755693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5aad17dc0_0_2:notes">
            <a:extLst>
              <a:ext uri="{FF2B5EF4-FFF2-40B4-BE49-F238E27FC236}">
                <a16:creationId xmlns:a16="http://schemas.microsoft.com/office/drawing/2014/main" id="{784A2CC6-0E08-471E-8C8D-C79351DAFF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72806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2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6" name="Google Shape;46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713225" y="441927"/>
            <a:ext cx="3557100" cy="9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>
            <a:endParaRPr/>
          </a:p>
        </p:txBody>
      </p:sp>
      <p:cxnSp>
        <p:nvCxnSpPr>
          <p:cNvPr id="62" name="Google Shape;62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" name="Google Shape;64;p10"/>
          <p:cNvCxnSpPr/>
          <p:nvPr/>
        </p:nvCxnSpPr>
        <p:spPr>
          <a:xfrm rot="10800000" flipH="1">
            <a:off x="6144975" y="3103725"/>
            <a:ext cx="3118200" cy="22011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1" name="Google Shape;141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2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>
            <a:spLocks noGrp="1"/>
          </p:cNvSpPr>
          <p:nvPr>
            <p:ph type="subTitle" idx="1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2" name="Google Shape;242;p32"/>
          <p:cNvSpPr txBox="1">
            <a:spLocks noGrp="1"/>
          </p:cNvSpPr>
          <p:nvPr>
            <p:ph type="subTitle" idx="2"/>
          </p:nvPr>
        </p:nvSpPr>
        <p:spPr>
          <a:xfrm>
            <a:off x="350902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32"/>
          <p:cNvSpPr txBox="1">
            <a:spLocks noGrp="1"/>
          </p:cNvSpPr>
          <p:nvPr>
            <p:ph type="subTitle" idx="3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subTitle" idx="4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subTitle" idx="5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subTitle" idx="6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248" name="Google Shape;248;p32"/>
          <p:cNvSpPr txBox="1">
            <a:spLocks noGrp="1"/>
          </p:cNvSpPr>
          <p:nvPr>
            <p:ph type="subTitle" idx="7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9" name="Google Shape;249;p32"/>
          <p:cNvSpPr txBox="1">
            <a:spLocks noGrp="1"/>
          </p:cNvSpPr>
          <p:nvPr>
            <p:ph type="subTitle" idx="8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2"/>
          <p:cNvSpPr txBox="1">
            <a:spLocks noGrp="1"/>
          </p:cNvSpPr>
          <p:nvPr>
            <p:ph type="subTitle" idx="9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51" name="Google Shape;251;p32"/>
          <p:cNvSpPr txBox="1">
            <a:spLocks noGrp="1"/>
          </p:cNvSpPr>
          <p:nvPr>
            <p:ph type="subTitle" idx="13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2"/>
          <p:cNvSpPr txBox="1">
            <a:spLocks noGrp="1"/>
          </p:cNvSpPr>
          <p:nvPr>
            <p:ph type="subTitle" idx="14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53" name="Google Shape;253;p32"/>
          <p:cNvSpPr txBox="1">
            <a:spLocks noGrp="1"/>
          </p:cNvSpPr>
          <p:nvPr>
            <p:ph type="subTitle" idx="15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54" name="Google Shape;254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3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p3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32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>
            <a:spLocks noGrp="1"/>
          </p:cNvSpPr>
          <p:nvPr>
            <p:ph type="subTitle" idx="1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0" name="Google Shape;260;p33"/>
          <p:cNvSpPr txBox="1">
            <a:spLocks noGrp="1"/>
          </p:cNvSpPr>
          <p:nvPr>
            <p:ph type="subTitle" idx="2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3"/>
          <p:cNvSpPr txBox="1">
            <a:spLocks noGrp="1"/>
          </p:cNvSpPr>
          <p:nvPr>
            <p:ph type="subTitle" idx="3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2" name="Google Shape;262;p33"/>
          <p:cNvSpPr txBox="1">
            <a:spLocks noGrp="1"/>
          </p:cNvSpPr>
          <p:nvPr>
            <p:ph type="subTitle" idx="4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3"/>
          <p:cNvSpPr txBox="1">
            <a:spLocks noGrp="1"/>
          </p:cNvSpPr>
          <p:nvPr>
            <p:ph type="subTitle" idx="5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4" name="Google Shape;264;p33"/>
          <p:cNvSpPr txBox="1">
            <a:spLocks noGrp="1"/>
          </p:cNvSpPr>
          <p:nvPr>
            <p:ph type="subTitle" idx="6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33"/>
          <p:cNvSpPr txBox="1">
            <a:spLocks noGrp="1"/>
          </p:cNvSpPr>
          <p:nvPr>
            <p:ph type="subTitle" idx="7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6" name="Google Shape;266;p33"/>
          <p:cNvSpPr txBox="1">
            <a:spLocks noGrp="1"/>
          </p:cNvSpPr>
          <p:nvPr>
            <p:ph type="subTitle" idx="8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33"/>
          <p:cNvSpPr txBox="1">
            <a:spLocks noGrp="1"/>
          </p:cNvSpPr>
          <p:nvPr>
            <p:ph type="subTitle" idx="9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8" name="Google Shape;268;p33"/>
          <p:cNvSpPr txBox="1">
            <a:spLocks noGrp="1"/>
          </p:cNvSpPr>
          <p:nvPr>
            <p:ph type="subTitle" idx="13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33"/>
          <p:cNvSpPr txBox="1">
            <a:spLocks noGrp="1"/>
          </p:cNvSpPr>
          <p:nvPr>
            <p:ph type="subTitle" idx="14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subTitle" idx="15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272" name="Google Shape;272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8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78" r:id="rId14"/>
    <p:sldLayoutId id="2147483679" r:id="rId15"/>
    <p:sldLayoutId id="2147483697" r:id="rId16"/>
    <p:sldLayoutId id="2147483698" r:id="rId17"/>
    <p:sldLayoutId id="2147483699" r:id="rId18"/>
    <p:sldLayoutId id="2147483700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5400" dirty="0"/>
              <a:t>Technical Task Management System</a:t>
            </a:r>
            <a:endParaRPr sz="5400"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End-to-End Technical Ticket Management Platform for EDM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28C4F62-B1D0-CDD0-70FF-569BF89C2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3" y="328299"/>
            <a:ext cx="7154273" cy="44869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4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</a:t>
            </a:r>
            <a:r>
              <a:rPr lang="en-GB" dirty="0"/>
              <a:t>Peter Drucker</a:t>
            </a:r>
            <a:endParaRPr dirty="0"/>
          </a:p>
        </p:txBody>
      </p:sp>
      <p:sp>
        <p:nvSpPr>
          <p:cNvPr id="541" name="Google Shape;541;p64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“</a:t>
            </a:r>
            <a:r>
              <a:rPr lang="en-GB" dirty="0"/>
              <a:t>The best way to predict the future is to create it</a:t>
            </a:r>
            <a:r>
              <a:rPr lang="en" dirty="0"/>
              <a:t>.”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endParaRPr lang="en-GB" sz="1600" dirty="0"/>
          </a:p>
          <a:p>
            <a:pPr marL="114300" indent="0">
              <a:buNone/>
            </a:pPr>
            <a:endParaRPr lang="en-GB" sz="1600" dirty="0"/>
          </a:p>
          <a:p>
            <a:r>
              <a:rPr lang="en-GB" sz="1600" dirty="0"/>
              <a:t>Customer complaints, </a:t>
            </a:r>
          </a:p>
          <a:p>
            <a:r>
              <a:rPr lang="en-GB" sz="1600" dirty="0"/>
              <a:t>Manual assignments, </a:t>
            </a:r>
          </a:p>
          <a:p>
            <a:r>
              <a:rPr lang="en-GB" sz="1600" dirty="0"/>
              <a:t>Limited visibility, </a:t>
            </a:r>
          </a:p>
          <a:p>
            <a:r>
              <a:rPr lang="en-GB" sz="1600" dirty="0"/>
              <a:t>Inventory control challenges</a:t>
            </a:r>
            <a:endParaRPr sz="1600" dirty="0"/>
          </a:p>
        </p:txBody>
      </p:sp>
      <p:sp>
        <p:nvSpPr>
          <p:cNvPr id="553" name="Google Shape;553;p6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Business Challenges</a:t>
            </a:r>
            <a:endParaRPr dirty="0"/>
          </a:p>
        </p:txBody>
      </p:sp>
      <p:pic>
        <p:nvPicPr>
          <p:cNvPr id="554" name="Google Shape;554;p66"/>
          <p:cNvPicPr preferRelativeResize="0"/>
          <p:nvPr/>
        </p:nvPicPr>
        <p:blipFill rotWithShape="1">
          <a:blip r:embed="rId3">
            <a:alphaModFix/>
          </a:blip>
          <a:srcRect l="16899" r="16906"/>
          <a:stretch/>
        </p:blipFill>
        <p:spPr>
          <a:xfrm>
            <a:off x="5586875" y="1594550"/>
            <a:ext cx="2537400" cy="2554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"/>
          <p:cNvSpPr txBox="1">
            <a:spLocks noGrp="1"/>
          </p:cNvSpPr>
          <p:nvPr>
            <p:ph type="subTitle" idx="1"/>
          </p:nvPr>
        </p:nvSpPr>
        <p:spPr>
          <a:xfrm>
            <a:off x="2441800" y="1569110"/>
            <a:ext cx="4260400" cy="24158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GB" sz="2000" dirty="0"/>
          </a:p>
          <a:p>
            <a:r>
              <a:rPr lang="en-GB" sz="2000" dirty="0"/>
              <a:t>Centralized platform for ticketing</a:t>
            </a:r>
            <a:r>
              <a:rPr lang="pt-PT" sz="2000" dirty="0"/>
              <a:t>;</a:t>
            </a:r>
            <a:endParaRPr lang="en-GB" sz="2000" dirty="0"/>
          </a:p>
          <a:p>
            <a:r>
              <a:rPr lang="en-GB" sz="2000" dirty="0"/>
              <a:t>Workforce management;</a:t>
            </a:r>
          </a:p>
          <a:p>
            <a:r>
              <a:rPr lang="en-GB" sz="2000" dirty="0"/>
              <a:t>Stock control and </a:t>
            </a:r>
          </a:p>
          <a:p>
            <a:r>
              <a:rPr lang="en-GB" sz="2000" dirty="0"/>
              <a:t>Reporting.</a:t>
            </a:r>
          </a:p>
        </p:txBody>
      </p:sp>
      <p:sp>
        <p:nvSpPr>
          <p:cNvPr id="560" name="Google Shape;560;p6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Solution Overview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91"/>
          <p:cNvSpPr txBox="1">
            <a:spLocks noGrp="1"/>
          </p:cNvSpPr>
          <p:nvPr>
            <p:ph type="subTitle" idx="1"/>
          </p:nvPr>
        </p:nvSpPr>
        <p:spPr>
          <a:xfrm>
            <a:off x="3293713" y="1713789"/>
            <a:ext cx="25558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Ticket Assignment</a:t>
            </a:r>
          </a:p>
        </p:txBody>
      </p:sp>
      <p:sp>
        <p:nvSpPr>
          <p:cNvPr id="913" name="Google Shape;913;p91"/>
          <p:cNvSpPr txBox="1">
            <a:spLocks noGrp="1"/>
          </p:cNvSpPr>
          <p:nvPr>
            <p:ph type="subTitle" idx="3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/>
              <a:t>Ticket Creation</a:t>
            </a:r>
          </a:p>
        </p:txBody>
      </p:sp>
      <p:sp>
        <p:nvSpPr>
          <p:cNvPr id="915" name="Google Shape;915;p91"/>
          <p:cNvSpPr txBox="1">
            <a:spLocks noGrp="1"/>
          </p:cNvSpPr>
          <p:nvPr>
            <p:ph type="subTitle" idx="5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/>
              <a:t>Ticket Monitoring</a:t>
            </a:r>
          </a:p>
        </p:txBody>
      </p:sp>
      <p:sp>
        <p:nvSpPr>
          <p:cNvPr id="917" name="Google Shape;917;p91"/>
          <p:cNvSpPr txBox="1">
            <a:spLocks noGrp="1"/>
          </p:cNvSpPr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Core Functional Modules</a:t>
            </a:r>
            <a:endParaRPr dirty="0"/>
          </a:p>
        </p:txBody>
      </p:sp>
      <p:sp>
        <p:nvSpPr>
          <p:cNvPr id="918" name="Google Shape;918;p91"/>
          <p:cNvSpPr txBox="1">
            <a:spLocks noGrp="1"/>
          </p:cNvSpPr>
          <p:nvPr>
            <p:ph type="subTitle" idx="7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Ticket closing</a:t>
            </a:r>
          </a:p>
        </p:txBody>
      </p:sp>
      <p:sp>
        <p:nvSpPr>
          <p:cNvPr id="920" name="Google Shape;920;p91"/>
          <p:cNvSpPr txBox="1">
            <a:spLocks noGrp="1"/>
          </p:cNvSpPr>
          <p:nvPr>
            <p:ph type="subTitle" idx="9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Customer problem’s status update</a:t>
            </a:r>
          </a:p>
        </p:txBody>
      </p:sp>
      <p:sp>
        <p:nvSpPr>
          <p:cNvPr id="922" name="Google Shape;922;p91"/>
          <p:cNvSpPr txBox="1">
            <a:spLocks noGrp="1"/>
          </p:cNvSpPr>
          <p:nvPr>
            <p:ph type="subTitle" idx="14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Stock Management</a:t>
            </a:r>
          </a:p>
        </p:txBody>
      </p:sp>
      <p:grpSp>
        <p:nvGrpSpPr>
          <p:cNvPr id="2" name="Google Shape;934;p91">
            <a:extLst>
              <a:ext uri="{FF2B5EF4-FFF2-40B4-BE49-F238E27FC236}">
                <a16:creationId xmlns:a16="http://schemas.microsoft.com/office/drawing/2014/main" id="{6A82D605-FF7A-98C3-7E20-03A9124DB694}"/>
              </a:ext>
            </a:extLst>
          </p:cNvPr>
          <p:cNvGrpSpPr/>
          <p:nvPr/>
        </p:nvGrpSpPr>
        <p:grpSpPr>
          <a:xfrm>
            <a:off x="1821585" y="3023839"/>
            <a:ext cx="343669" cy="348916"/>
            <a:chOff x="-59400775" y="4084200"/>
            <a:chExt cx="311125" cy="315875"/>
          </a:xfrm>
        </p:grpSpPr>
        <p:sp>
          <p:nvSpPr>
            <p:cNvPr id="3" name="Google Shape;935;p91">
              <a:extLst>
                <a:ext uri="{FF2B5EF4-FFF2-40B4-BE49-F238E27FC236}">
                  <a16:creationId xmlns:a16="http://schemas.microsoft.com/office/drawing/2014/main" id="{F4E4B32E-1A1E-1FD4-13EA-44FEA7317073}"/>
                </a:ext>
              </a:extLst>
            </p:cNvPr>
            <p:cNvSpPr/>
            <p:nvPr/>
          </p:nvSpPr>
          <p:spPr>
            <a:xfrm>
              <a:off x="-5940077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936;p91">
              <a:extLst>
                <a:ext uri="{FF2B5EF4-FFF2-40B4-BE49-F238E27FC236}">
                  <a16:creationId xmlns:a16="http://schemas.microsoft.com/office/drawing/2014/main" id="{E5C807B1-CE27-F1F8-A89B-D1C248577AA8}"/>
                </a:ext>
              </a:extLst>
            </p:cNvPr>
            <p:cNvSpPr/>
            <p:nvPr/>
          </p:nvSpPr>
          <p:spPr>
            <a:xfrm>
              <a:off x="-59400000" y="4084200"/>
              <a:ext cx="89825" cy="212700"/>
            </a:xfrm>
            <a:custGeom>
              <a:avLst/>
              <a:gdLst/>
              <a:ahLst/>
              <a:cxnLst/>
              <a:rect l="l" t="t" r="r" b="b"/>
              <a:pathLst>
                <a:path w="3593" h="8508" extrusionOk="0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37;p91">
              <a:extLst>
                <a:ext uri="{FF2B5EF4-FFF2-40B4-BE49-F238E27FC236}">
                  <a16:creationId xmlns:a16="http://schemas.microsoft.com/office/drawing/2014/main" id="{8EAE84EB-9778-8131-A616-941FBE4076D4}"/>
                </a:ext>
              </a:extLst>
            </p:cNvPr>
            <p:cNvSpPr/>
            <p:nvPr/>
          </p:nvSpPr>
          <p:spPr>
            <a:xfrm>
              <a:off x="-59290500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38;p91">
              <a:extLst>
                <a:ext uri="{FF2B5EF4-FFF2-40B4-BE49-F238E27FC236}">
                  <a16:creationId xmlns:a16="http://schemas.microsoft.com/office/drawing/2014/main" id="{CDE37227-E7DC-969F-3232-F12018542769}"/>
                </a:ext>
              </a:extLst>
            </p:cNvPr>
            <p:cNvSpPr/>
            <p:nvPr/>
          </p:nvSpPr>
          <p:spPr>
            <a:xfrm>
              <a:off x="-5929050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39;p91">
              <a:extLst>
                <a:ext uri="{FF2B5EF4-FFF2-40B4-BE49-F238E27FC236}">
                  <a16:creationId xmlns:a16="http://schemas.microsoft.com/office/drawing/2014/main" id="{40953393-6549-3669-F80E-C519858F74F2}"/>
                </a:ext>
              </a:extLst>
            </p:cNvPr>
            <p:cNvSpPr/>
            <p:nvPr/>
          </p:nvSpPr>
          <p:spPr>
            <a:xfrm>
              <a:off x="-5918102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40;p91">
              <a:extLst>
                <a:ext uri="{FF2B5EF4-FFF2-40B4-BE49-F238E27FC236}">
                  <a16:creationId xmlns:a16="http://schemas.microsoft.com/office/drawing/2014/main" id="{A631EF90-F8BD-2D72-587B-A3FEF5B96D07}"/>
                </a:ext>
              </a:extLst>
            </p:cNvPr>
            <p:cNvSpPr/>
            <p:nvPr/>
          </p:nvSpPr>
          <p:spPr>
            <a:xfrm>
              <a:off x="-5917945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1601;p125">
            <a:extLst>
              <a:ext uri="{FF2B5EF4-FFF2-40B4-BE49-F238E27FC236}">
                <a16:creationId xmlns:a16="http://schemas.microsoft.com/office/drawing/2014/main" id="{45A354C3-8529-FDA3-2F99-EB5EE1A9638A}"/>
              </a:ext>
            </a:extLst>
          </p:cNvPr>
          <p:cNvGrpSpPr/>
          <p:nvPr/>
        </p:nvGrpSpPr>
        <p:grpSpPr>
          <a:xfrm>
            <a:off x="1850639" y="1337135"/>
            <a:ext cx="284704" cy="323864"/>
            <a:chOff x="7059376" y="2753905"/>
            <a:chExt cx="284704" cy="323864"/>
          </a:xfrm>
          <a:solidFill>
            <a:schemeClr val="accent1"/>
          </a:solidFill>
        </p:grpSpPr>
        <p:sp>
          <p:nvSpPr>
            <p:cNvPr id="10" name="Google Shape;1602;p125">
              <a:extLst>
                <a:ext uri="{FF2B5EF4-FFF2-40B4-BE49-F238E27FC236}">
                  <a16:creationId xmlns:a16="http://schemas.microsoft.com/office/drawing/2014/main" id="{A94E03F7-BC7D-F460-8751-A0A72E7F8DC1}"/>
                </a:ext>
              </a:extLst>
            </p:cNvPr>
            <p:cNvSpPr/>
            <p:nvPr/>
          </p:nvSpPr>
          <p:spPr>
            <a:xfrm>
              <a:off x="7059376" y="3020762"/>
              <a:ext cx="218147" cy="57007"/>
            </a:xfrm>
            <a:custGeom>
              <a:avLst/>
              <a:gdLst/>
              <a:ahLst/>
              <a:cxnLst/>
              <a:rect l="l" t="t" r="r" b="b"/>
              <a:pathLst>
                <a:path w="11147" h="2913" extrusionOk="0">
                  <a:moveTo>
                    <a:pt x="490" y="1"/>
                  </a:moveTo>
                  <a:cubicBezTo>
                    <a:pt x="226" y="1"/>
                    <a:pt x="0" y="226"/>
                    <a:pt x="0" y="491"/>
                  </a:cubicBezTo>
                  <a:cubicBezTo>
                    <a:pt x="10" y="1834"/>
                    <a:pt x="1088" y="2912"/>
                    <a:pt x="2431" y="2912"/>
                  </a:cubicBezTo>
                  <a:lnTo>
                    <a:pt x="11146" y="2912"/>
                  </a:lnTo>
                  <a:cubicBezTo>
                    <a:pt x="10833" y="2501"/>
                    <a:pt x="10666" y="2001"/>
                    <a:pt x="10666" y="1481"/>
                  </a:cubicBezTo>
                  <a:lnTo>
                    <a:pt x="10666" y="1471"/>
                  </a:lnTo>
                  <a:lnTo>
                    <a:pt x="1066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03;p125">
              <a:extLst>
                <a:ext uri="{FF2B5EF4-FFF2-40B4-BE49-F238E27FC236}">
                  <a16:creationId xmlns:a16="http://schemas.microsoft.com/office/drawing/2014/main" id="{44799087-1DBA-10BC-7B70-DBE2091C4A53}"/>
                </a:ext>
              </a:extLst>
            </p:cNvPr>
            <p:cNvSpPr/>
            <p:nvPr/>
          </p:nvSpPr>
          <p:spPr>
            <a:xfrm>
              <a:off x="7097362" y="2753905"/>
              <a:ext cx="246719" cy="323473"/>
            </a:xfrm>
            <a:custGeom>
              <a:avLst/>
              <a:gdLst/>
              <a:ahLst/>
              <a:cxnLst/>
              <a:rect l="l" t="t" r="r" b="b"/>
              <a:pathLst>
                <a:path w="12607" h="16529" extrusionOk="0">
                  <a:moveTo>
                    <a:pt x="3333" y="2967"/>
                  </a:moveTo>
                  <a:cubicBezTo>
                    <a:pt x="3356" y="2967"/>
                    <a:pt x="3379" y="2968"/>
                    <a:pt x="3402" y="2971"/>
                  </a:cubicBezTo>
                  <a:lnTo>
                    <a:pt x="9215" y="2971"/>
                  </a:lnTo>
                  <a:cubicBezTo>
                    <a:pt x="9764" y="3059"/>
                    <a:pt x="9764" y="3854"/>
                    <a:pt x="9215" y="3942"/>
                  </a:cubicBezTo>
                  <a:lnTo>
                    <a:pt x="3402" y="3942"/>
                  </a:lnTo>
                  <a:cubicBezTo>
                    <a:pt x="3375" y="3946"/>
                    <a:pt x="3348" y="3948"/>
                    <a:pt x="3321" y="3948"/>
                  </a:cubicBezTo>
                  <a:cubicBezTo>
                    <a:pt x="3053" y="3948"/>
                    <a:pt x="2833" y="3729"/>
                    <a:pt x="2833" y="3461"/>
                  </a:cubicBezTo>
                  <a:cubicBezTo>
                    <a:pt x="2833" y="3181"/>
                    <a:pt x="3059" y="2967"/>
                    <a:pt x="3333" y="2967"/>
                  </a:cubicBezTo>
                  <a:close/>
                  <a:moveTo>
                    <a:pt x="3321" y="4906"/>
                  </a:moveTo>
                  <a:cubicBezTo>
                    <a:pt x="3348" y="4906"/>
                    <a:pt x="3375" y="4908"/>
                    <a:pt x="3402" y="4912"/>
                  </a:cubicBezTo>
                  <a:lnTo>
                    <a:pt x="6304" y="4912"/>
                  </a:lnTo>
                  <a:cubicBezTo>
                    <a:pt x="6862" y="4991"/>
                    <a:pt x="6862" y="5795"/>
                    <a:pt x="6304" y="5883"/>
                  </a:cubicBezTo>
                  <a:lnTo>
                    <a:pt x="3402" y="5883"/>
                  </a:lnTo>
                  <a:cubicBezTo>
                    <a:pt x="3379" y="5886"/>
                    <a:pt x="3356" y="5887"/>
                    <a:pt x="3333" y="5887"/>
                  </a:cubicBezTo>
                  <a:cubicBezTo>
                    <a:pt x="3059" y="5887"/>
                    <a:pt x="2833" y="5673"/>
                    <a:pt x="2833" y="5393"/>
                  </a:cubicBezTo>
                  <a:cubicBezTo>
                    <a:pt x="2833" y="5125"/>
                    <a:pt x="3053" y="4906"/>
                    <a:pt x="3321" y="4906"/>
                  </a:cubicBezTo>
                  <a:close/>
                  <a:moveTo>
                    <a:pt x="4363" y="8784"/>
                  </a:moveTo>
                  <a:cubicBezTo>
                    <a:pt x="3921" y="8784"/>
                    <a:pt x="3696" y="9314"/>
                    <a:pt x="4010" y="9628"/>
                  </a:cubicBezTo>
                  <a:cubicBezTo>
                    <a:pt x="4107" y="9725"/>
                    <a:pt x="4229" y="9769"/>
                    <a:pt x="4348" y="9769"/>
                  </a:cubicBezTo>
                  <a:cubicBezTo>
                    <a:pt x="4599" y="9769"/>
                    <a:pt x="4843" y="9574"/>
                    <a:pt x="4843" y="9275"/>
                  </a:cubicBezTo>
                  <a:cubicBezTo>
                    <a:pt x="4843" y="9010"/>
                    <a:pt x="4627" y="8794"/>
                    <a:pt x="4363" y="8784"/>
                  </a:cubicBezTo>
                  <a:close/>
                  <a:moveTo>
                    <a:pt x="4362" y="7817"/>
                  </a:moveTo>
                  <a:cubicBezTo>
                    <a:pt x="5144" y="7817"/>
                    <a:pt x="5813" y="8454"/>
                    <a:pt x="5813" y="9275"/>
                  </a:cubicBezTo>
                  <a:cubicBezTo>
                    <a:pt x="5813" y="9490"/>
                    <a:pt x="5764" y="9706"/>
                    <a:pt x="5676" y="9902"/>
                  </a:cubicBezTo>
                  <a:lnTo>
                    <a:pt x="6647" y="10872"/>
                  </a:lnTo>
                  <a:cubicBezTo>
                    <a:pt x="6833" y="11059"/>
                    <a:pt x="6833" y="11363"/>
                    <a:pt x="6647" y="11559"/>
                  </a:cubicBezTo>
                  <a:cubicBezTo>
                    <a:pt x="6549" y="11652"/>
                    <a:pt x="6424" y="11698"/>
                    <a:pt x="6300" y="11698"/>
                  </a:cubicBezTo>
                  <a:cubicBezTo>
                    <a:pt x="6176" y="11698"/>
                    <a:pt x="6054" y="11652"/>
                    <a:pt x="5960" y="11559"/>
                  </a:cubicBezTo>
                  <a:lnTo>
                    <a:pt x="4990" y="10588"/>
                  </a:lnTo>
                  <a:cubicBezTo>
                    <a:pt x="4789" y="10681"/>
                    <a:pt x="4573" y="10728"/>
                    <a:pt x="4359" y="10728"/>
                  </a:cubicBezTo>
                  <a:cubicBezTo>
                    <a:pt x="4144" y="10728"/>
                    <a:pt x="3931" y="10681"/>
                    <a:pt x="3735" y="10588"/>
                  </a:cubicBezTo>
                  <a:lnTo>
                    <a:pt x="2765" y="11559"/>
                  </a:lnTo>
                  <a:cubicBezTo>
                    <a:pt x="2670" y="11629"/>
                    <a:pt x="2570" y="11659"/>
                    <a:pt x="2475" y="11659"/>
                  </a:cubicBezTo>
                  <a:cubicBezTo>
                    <a:pt x="2115" y="11659"/>
                    <a:pt x="1815" y="11229"/>
                    <a:pt x="2078" y="10872"/>
                  </a:cubicBezTo>
                  <a:lnTo>
                    <a:pt x="3049" y="9902"/>
                  </a:lnTo>
                  <a:cubicBezTo>
                    <a:pt x="2647" y="9059"/>
                    <a:pt x="3137" y="8059"/>
                    <a:pt x="4039" y="7853"/>
                  </a:cubicBezTo>
                  <a:cubicBezTo>
                    <a:pt x="4148" y="7829"/>
                    <a:pt x="4256" y="7817"/>
                    <a:pt x="4362" y="7817"/>
                  </a:cubicBezTo>
                  <a:close/>
                  <a:moveTo>
                    <a:pt x="490" y="1"/>
                  </a:moveTo>
                  <a:cubicBezTo>
                    <a:pt x="216" y="1"/>
                    <a:pt x="0" y="217"/>
                    <a:pt x="0" y="481"/>
                  </a:cubicBezTo>
                  <a:lnTo>
                    <a:pt x="0" y="12666"/>
                  </a:lnTo>
                  <a:lnTo>
                    <a:pt x="9205" y="12666"/>
                  </a:lnTo>
                  <a:cubicBezTo>
                    <a:pt x="9470" y="12666"/>
                    <a:pt x="9695" y="12882"/>
                    <a:pt x="9695" y="13157"/>
                  </a:cubicBezTo>
                  <a:lnTo>
                    <a:pt x="9695" y="15117"/>
                  </a:lnTo>
                  <a:cubicBezTo>
                    <a:pt x="9715" y="15901"/>
                    <a:pt x="10362" y="16529"/>
                    <a:pt x="11146" y="16529"/>
                  </a:cubicBezTo>
                  <a:cubicBezTo>
                    <a:pt x="11931" y="16529"/>
                    <a:pt x="12578" y="15901"/>
                    <a:pt x="12607" y="15117"/>
                  </a:cubicBezTo>
                  <a:lnTo>
                    <a:pt x="12607" y="481"/>
                  </a:lnTo>
                  <a:cubicBezTo>
                    <a:pt x="12597" y="217"/>
                    <a:pt x="12381" y="1"/>
                    <a:pt x="121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725;p125">
            <a:extLst>
              <a:ext uri="{FF2B5EF4-FFF2-40B4-BE49-F238E27FC236}">
                <a16:creationId xmlns:a16="http://schemas.microsoft.com/office/drawing/2014/main" id="{0D325C4E-3593-7B60-9494-A3BD79DB372A}"/>
              </a:ext>
            </a:extLst>
          </p:cNvPr>
          <p:cNvGrpSpPr/>
          <p:nvPr/>
        </p:nvGrpSpPr>
        <p:grpSpPr>
          <a:xfrm>
            <a:off x="6921550" y="1375845"/>
            <a:ext cx="333825" cy="284763"/>
            <a:chOff x="2918951" y="3304311"/>
            <a:chExt cx="333825" cy="284763"/>
          </a:xfrm>
          <a:solidFill>
            <a:schemeClr val="accent1"/>
          </a:solidFill>
        </p:grpSpPr>
        <p:sp>
          <p:nvSpPr>
            <p:cNvPr id="16" name="Google Shape;1726;p125">
              <a:extLst>
                <a:ext uri="{FF2B5EF4-FFF2-40B4-BE49-F238E27FC236}">
                  <a16:creationId xmlns:a16="http://schemas.microsoft.com/office/drawing/2014/main" id="{5631337E-C1BB-C027-95D7-3836580CE1A3}"/>
                </a:ext>
              </a:extLst>
            </p:cNvPr>
            <p:cNvSpPr/>
            <p:nvPr/>
          </p:nvSpPr>
          <p:spPr>
            <a:xfrm>
              <a:off x="3115591" y="3324703"/>
              <a:ext cx="137186" cy="93682"/>
            </a:xfrm>
            <a:custGeom>
              <a:avLst/>
              <a:gdLst/>
              <a:ahLst/>
              <a:cxnLst/>
              <a:rect l="l" t="t" r="r" b="b"/>
              <a:pathLst>
                <a:path w="7010" h="4787" extrusionOk="0">
                  <a:moveTo>
                    <a:pt x="5413" y="0"/>
                  </a:moveTo>
                  <a:cubicBezTo>
                    <a:pt x="5191" y="0"/>
                    <a:pt x="4970" y="140"/>
                    <a:pt x="4931" y="420"/>
                  </a:cubicBezTo>
                  <a:lnTo>
                    <a:pt x="4931" y="3811"/>
                  </a:lnTo>
                  <a:lnTo>
                    <a:pt x="3961" y="3811"/>
                  </a:lnTo>
                  <a:lnTo>
                    <a:pt x="3961" y="1380"/>
                  </a:lnTo>
                  <a:cubicBezTo>
                    <a:pt x="3917" y="1106"/>
                    <a:pt x="3694" y="968"/>
                    <a:pt x="3472" y="968"/>
                  </a:cubicBezTo>
                  <a:cubicBezTo>
                    <a:pt x="3250" y="968"/>
                    <a:pt x="3029" y="1106"/>
                    <a:pt x="2990" y="1380"/>
                  </a:cubicBezTo>
                  <a:lnTo>
                    <a:pt x="2990" y="3811"/>
                  </a:lnTo>
                  <a:lnTo>
                    <a:pt x="2020" y="3811"/>
                  </a:lnTo>
                  <a:lnTo>
                    <a:pt x="2020" y="2351"/>
                  </a:lnTo>
                  <a:cubicBezTo>
                    <a:pt x="1976" y="2076"/>
                    <a:pt x="1755" y="1939"/>
                    <a:pt x="1534" y="1939"/>
                  </a:cubicBezTo>
                  <a:cubicBezTo>
                    <a:pt x="1314" y="1939"/>
                    <a:pt x="1093" y="2076"/>
                    <a:pt x="1049" y="2351"/>
                  </a:cubicBezTo>
                  <a:lnTo>
                    <a:pt x="1049" y="3811"/>
                  </a:lnTo>
                  <a:lnTo>
                    <a:pt x="559" y="3811"/>
                  </a:lnTo>
                  <a:cubicBezTo>
                    <a:pt x="0" y="3890"/>
                    <a:pt x="0" y="4694"/>
                    <a:pt x="559" y="4782"/>
                  </a:cubicBezTo>
                  <a:lnTo>
                    <a:pt x="6441" y="4782"/>
                  </a:lnTo>
                  <a:cubicBezTo>
                    <a:pt x="6463" y="4785"/>
                    <a:pt x="6486" y="4786"/>
                    <a:pt x="6508" y="4786"/>
                  </a:cubicBezTo>
                  <a:cubicBezTo>
                    <a:pt x="6775" y="4786"/>
                    <a:pt x="7009" y="4572"/>
                    <a:pt x="7009" y="4292"/>
                  </a:cubicBezTo>
                  <a:cubicBezTo>
                    <a:pt x="7009" y="4016"/>
                    <a:pt x="6783" y="3805"/>
                    <a:pt x="6522" y="3805"/>
                  </a:cubicBezTo>
                  <a:cubicBezTo>
                    <a:pt x="6495" y="3805"/>
                    <a:pt x="6468" y="3807"/>
                    <a:pt x="6441" y="3811"/>
                  </a:cubicBezTo>
                  <a:lnTo>
                    <a:pt x="5902" y="3811"/>
                  </a:lnTo>
                  <a:lnTo>
                    <a:pt x="5902" y="420"/>
                  </a:lnTo>
                  <a:cubicBezTo>
                    <a:pt x="5858" y="140"/>
                    <a:pt x="5635" y="0"/>
                    <a:pt x="54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27;p125">
              <a:extLst>
                <a:ext uri="{FF2B5EF4-FFF2-40B4-BE49-F238E27FC236}">
                  <a16:creationId xmlns:a16="http://schemas.microsoft.com/office/drawing/2014/main" id="{FD4A7D7A-BC3D-8F24-2D03-5E738458A3CE}"/>
                </a:ext>
              </a:extLst>
            </p:cNvPr>
            <p:cNvSpPr/>
            <p:nvPr/>
          </p:nvSpPr>
          <p:spPr>
            <a:xfrm>
              <a:off x="2956741" y="3304311"/>
              <a:ext cx="274352" cy="284763"/>
            </a:xfrm>
            <a:custGeom>
              <a:avLst/>
              <a:gdLst/>
              <a:ahLst/>
              <a:cxnLst/>
              <a:rect l="l" t="t" r="r" b="b"/>
              <a:pathLst>
                <a:path w="14019" h="14551" extrusionOk="0">
                  <a:moveTo>
                    <a:pt x="6711" y="1"/>
                  </a:moveTo>
                  <a:cubicBezTo>
                    <a:pt x="3770" y="1"/>
                    <a:pt x="1115" y="1783"/>
                    <a:pt x="0" y="4510"/>
                  </a:cubicBezTo>
                  <a:lnTo>
                    <a:pt x="6892" y="6804"/>
                  </a:lnTo>
                  <a:cubicBezTo>
                    <a:pt x="7186" y="6912"/>
                    <a:pt x="7304" y="7255"/>
                    <a:pt x="7147" y="7530"/>
                  </a:cubicBezTo>
                  <a:lnTo>
                    <a:pt x="3304" y="13676"/>
                  </a:lnTo>
                  <a:cubicBezTo>
                    <a:pt x="4422" y="14276"/>
                    <a:pt x="5595" y="14551"/>
                    <a:pt x="6738" y="14551"/>
                  </a:cubicBezTo>
                  <a:cubicBezTo>
                    <a:pt x="10542" y="14551"/>
                    <a:pt x="14011" y="11504"/>
                    <a:pt x="14019" y="7275"/>
                  </a:cubicBezTo>
                  <a:cubicBezTo>
                    <a:pt x="14019" y="7000"/>
                    <a:pt x="13793" y="6785"/>
                    <a:pt x="13529" y="6785"/>
                  </a:cubicBezTo>
                  <a:lnTo>
                    <a:pt x="7225" y="6785"/>
                  </a:lnTo>
                  <a:lnTo>
                    <a:pt x="7225" y="491"/>
                  </a:lnTo>
                  <a:cubicBezTo>
                    <a:pt x="7225" y="217"/>
                    <a:pt x="7000" y="1"/>
                    <a:pt x="6735" y="1"/>
                  </a:cubicBezTo>
                  <a:cubicBezTo>
                    <a:pt x="6727" y="1"/>
                    <a:pt x="6719" y="1"/>
                    <a:pt x="6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28;p125">
              <a:extLst>
                <a:ext uri="{FF2B5EF4-FFF2-40B4-BE49-F238E27FC236}">
                  <a16:creationId xmlns:a16="http://schemas.microsoft.com/office/drawing/2014/main" id="{CA4158F6-F919-A6BF-38B5-244EF114A633}"/>
                </a:ext>
              </a:extLst>
            </p:cNvPr>
            <p:cNvSpPr/>
            <p:nvPr/>
          </p:nvSpPr>
          <p:spPr>
            <a:xfrm>
              <a:off x="2918951" y="3407641"/>
              <a:ext cx="155210" cy="166091"/>
            </a:xfrm>
            <a:custGeom>
              <a:avLst/>
              <a:gdLst/>
              <a:ahLst/>
              <a:cxnLst/>
              <a:rect l="l" t="t" r="r" b="b"/>
              <a:pathLst>
                <a:path w="7931" h="8487" extrusionOk="0">
                  <a:moveTo>
                    <a:pt x="1065" y="1"/>
                  </a:moveTo>
                  <a:cubicBezTo>
                    <a:pt x="842" y="1"/>
                    <a:pt x="636" y="154"/>
                    <a:pt x="588" y="387"/>
                  </a:cubicBezTo>
                  <a:cubicBezTo>
                    <a:pt x="0" y="3377"/>
                    <a:pt x="1098" y="6455"/>
                    <a:pt x="3461" y="8376"/>
                  </a:cubicBezTo>
                  <a:cubicBezTo>
                    <a:pt x="3554" y="8451"/>
                    <a:pt x="3664" y="8486"/>
                    <a:pt x="3772" y="8486"/>
                  </a:cubicBezTo>
                  <a:cubicBezTo>
                    <a:pt x="3934" y="8486"/>
                    <a:pt x="4092" y="8406"/>
                    <a:pt x="4186" y="8259"/>
                  </a:cubicBezTo>
                  <a:lnTo>
                    <a:pt x="7931" y="2250"/>
                  </a:lnTo>
                  <a:lnTo>
                    <a:pt x="1216" y="24"/>
                  </a:lnTo>
                  <a:cubicBezTo>
                    <a:pt x="1166" y="8"/>
                    <a:pt x="1115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749;p125">
            <a:extLst>
              <a:ext uri="{FF2B5EF4-FFF2-40B4-BE49-F238E27FC236}">
                <a16:creationId xmlns:a16="http://schemas.microsoft.com/office/drawing/2014/main" id="{678A1753-BEF9-C23C-6291-DD171B47AE9A}"/>
              </a:ext>
            </a:extLst>
          </p:cNvPr>
          <p:cNvGrpSpPr/>
          <p:nvPr/>
        </p:nvGrpSpPr>
        <p:grpSpPr>
          <a:xfrm>
            <a:off x="4450613" y="3023839"/>
            <a:ext cx="325586" cy="257835"/>
            <a:chOff x="2926427" y="2279039"/>
            <a:chExt cx="325586" cy="257835"/>
          </a:xfrm>
          <a:solidFill>
            <a:schemeClr val="accent1"/>
          </a:solidFill>
        </p:grpSpPr>
        <p:sp>
          <p:nvSpPr>
            <p:cNvPr id="20" name="Google Shape;1750;p125">
              <a:extLst>
                <a:ext uri="{FF2B5EF4-FFF2-40B4-BE49-F238E27FC236}">
                  <a16:creationId xmlns:a16="http://schemas.microsoft.com/office/drawing/2014/main" id="{7D1BC481-2B8D-3437-F7A4-E522E4D66086}"/>
                </a:ext>
              </a:extLst>
            </p:cNvPr>
            <p:cNvSpPr/>
            <p:nvPr/>
          </p:nvSpPr>
          <p:spPr>
            <a:xfrm>
              <a:off x="3012379" y="2279039"/>
              <a:ext cx="239635" cy="162568"/>
            </a:xfrm>
            <a:custGeom>
              <a:avLst/>
              <a:gdLst/>
              <a:ahLst/>
              <a:cxnLst/>
              <a:rect l="l" t="t" r="r" b="b"/>
              <a:pathLst>
                <a:path w="12245" h="8307" extrusionOk="0">
                  <a:moveTo>
                    <a:pt x="8287" y="1"/>
                  </a:moveTo>
                  <a:cubicBezTo>
                    <a:pt x="8164" y="1"/>
                    <a:pt x="8039" y="47"/>
                    <a:pt x="7941" y="141"/>
                  </a:cubicBezTo>
                  <a:lnTo>
                    <a:pt x="6676" y="1405"/>
                  </a:lnTo>
                  <a:cubicBezTo>
                    <a:pt x="6625" y="1405"/>
                    <a:pt x="6238" y="1274"/>
                    <a:pt x="5702" y="1274"/>
                  </a:cubicBezTo>
                  <a:cubicBezTo>
                    <a:pt x="5094" y="1274"/>
                    <a:pt x="4296" y="1442"/>
                    <a:pt x="3578" y="2160"/>
                  </a:cubicBezTo>
                  <a:lnTo>
                    <a:pt x="186" y="5552"/>
                  </a:lnTo>
                  <a:cubicBezTo>
                    <a:pt x="0" y="5738"/>
                    <a:pt x="0" y="6042"/>
                    <a:pt x="186" y="6238"/>
                  </a:cubicBezTo>
                  <a:cubicBezTo>
                    <a:pt x="662" y="6709"/>
                    <a:pt x="1284" y="6944"/>
                    <a:pt x="1906" y="6944"/>
                  </a:cubicBezTo>
                  <a:cubicBezTo>
                    <a:pt x="2527" y="6944"/>
                    <a:pt x="3147" y="6709"/>
                    <a:pt x="3618" y="6238"/>
                  </a:cubicBezTo>
                  <a:lnTo>
                    <a:pt x="4117" y="5738"/>
                  </a:lnTo>
                  <a:cubicBezTo>
                    <a:pt x="4504" y="5975"/>
                    <a:pt x="4939" y="6091"/>
                    <a:pt x="5372" y="6091"/>
                  </a:cubicBezTo>
                  <a:cubicBezTo>
                    <a:pt x="5874" y="6091"/>
                    <a:pt x="6373" y="5935"/>
                    <a:pt x="6794" y="5630"/>
                  </a:cubicBezTo>
                  <a:lnTo>
                    <a:pt x="8774" y="7601"/>
                  </a:lnTo>
                  <a:cubicBezTo>
                    <a:pt x="8980" y="7807"/>
                    <a:pt x="9146" y="8042"/>
                    <a:pt x="9264" y="8307"/>
                  </a:cubicBezTo>
                  <a:cubicBezTo>
                    <a:pt x="9931" y="7522"/>
                    <a:pt x="10411" y="6601"/>
                    <a:pt x="10695" y="5611"/>
                  </a:cubicBezTo>
                  <a:lnTo>
                    <a:pt x="12058" y="4258"/>
                  </a:lnTo>
                  <a:cubicBezTo>
                    <a:pt x="12244" y="4062"/>
                    <a:pt x="12244" y="3758"/>
                    <a:pt x="12058" y="3572"/>
                  </a:cubicBezTo>
                  <a:lnTo>
                    <a:pt x="8627" y="141"/>
                  </a:lnTo>
                  <a:cubicBezTo>
                    <a:pt x="8534" y="47"/>
                    <a:pt x="8411" y="1"/>
                    <a:pt x="82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751;p125">
              <a:extLst>
                <a:ext uri="{FF2B5EF4-FFF2-40B4-BE49-F238E27FC236}">
                  <a16:creationId xmlns:a16="http://schemas.microsoft.com/office/drawing/2014/main" id="{440FA000-5978-05D4-1C82-FCF8BA2ADCCE}"/>
                </a:ext>
              </a:extLst>
            </p:cNvPr>
            <p:cNvSpPr/>
            <p:nvPr/>
          </p:nvSpPr>
          <p:spPr>
            <a:xfrm>
              <a:off x="2926427" y="2279998"/>
              <a:ext cx="256895" cy="256876"/>
            </a:xfrm>
            <a:custGeom>
              <a:avLst/>
              <a:gdLst/>
              <a:ahLst/>
              <a:cxnLst/>
              <a:rect l="l" t="t" r="r" b="b"/>
              <a:pathLst>
                <a:path w="13127" h="13126" extrusionOk="0">
                  <a:moveTo>
                    <a:pt x="3957" y="1"/>
                  </a:moveTo>
                  <a:cubicBezTo>
                    <a:pt x="3833" y="1"/>
                    <a:pt x="3711" y="48"/>
                    <a:pt x="3618" y="141"/>
                  </a:cubicBezTo>
                  <a:lnTo>
                    <a:pt x="187" y="3572"/>
                  </a:lnTo>
                  <a:cubicBezTo>
                    <a:pt x="0" y="3758"/>
                    <a:pt x="0" y="4062"/>
                    <a:pt x="187" y="4258"/>
                  </a:cubicBezTo>
                  <a:cubicBezTo>
                    <a:pt x="1040" y="5101"/>
                    <a:pt x="1647" y="6150"/>
                    <a:pt x="1961" y="7307"/>
                  </a:cubicBezTo>
                  <a:cubicBezTo>
                    <a:pt x="2363" y="8865"/>
                    <a:pt x="3226" y="10248"/>
                    <a:pt x="4441" y="11297"/>
                  </a:cubicBezTo>
                  <a:lnTo>
                    <a:pt x="5941" y="12551"/>
                  </a:lnTo>
                  <a:cubicBezTo>
                    <a:pt x="6387" y="12932"/>
                    <a:pt x="6941" y="13125"/>
                    <a:pt x="7498" y="13125"/>
                  </a:cubicBezTo>
                  <a:cubicBezTo>
                    <a:pt x="7958" y="13125"/>
                    <a:pt x="8420" y="12994"/>
                    <a:pt x="8823" y="12728"/>
                  </a:cubicBezTo>
                  <a:lnTo>
                    <a:pt x="12244" y="10483"/>
                  </a:lnTo>
                  <a:cubicBezTo>
                    <a:pt x="13019" y="9983"/>
                    <a:pt x="13127" y="8895"/>
                    <a:pt x="12480" y="8238"/>
                  </a:cubicBezTo>
                  <a:lnTo>
                    <a:pt x="11019" y="6777"/>
                  </a:lnTo>
                  <a:cubicBezTo>
                    <a:pt x="10617" y="6933"/>
                    <a:pt x="10192" y="7012"/>
                    <a:pt x="9768" y="7012"/>
                  </a:cubicBezTo>
                  <a:cubicBezTo>
                    <a:pt x="9415" y="7012"/>
                    <a:pt x="9063" y="6957"/>
                    <a:pt x="8725" y="6846"/>
                  </a:cubicBezTo>
                  <a:cubicBezTo>
                    <a:pt x="7786" y="7476"/>
                    <a:pt x="6900" y="7869"/>
                    <a:pt x="6050" y="7869"/>
                  </a:cubicBezTo>
                  <a:cubicBezTo>
                    <a:pt x="5311" y="7869"/>
                    <a:pt x="4599" y="7572"/>
                    <a:pt x="3902" y="6875"/>
                  </a:cubicBezTo>
                  <a:cubicBezTo>
                    <a:pt x="3333" y="6307"/>
                    <a:pt x="3333" y="5385"/>
                    <a:pt x="3902" y="4817"/>
                  </a:cubicBezTo>
                  <a:lnTo>
                    <a:pt x="7010" y="1709"/>
                  </a:lnTo>
                  <a:lnTo>
                    <a:pt x="5598" y="1435"/>
                  </a:lnTo>
                  <a:lnTo>
                    <a:pt x="4304" y="141"/>
                  </a:lnTo>
                  <a:cubicBezTo>
                    <a:pt x="4206" y="48"/>
                    <a:pt x="4081" y="1"/>
                    <a:pt x="39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1624;p125">
            <a:extLst>
              <a:ext uri="{FF2B5EF4-FFF2-40B4-BE49-F238E27FC236}">
                <a16:creationId xmlns:a16="http://schemas.microsoft.com/office/drawing/2014/main" id="{776685FD-51AB-CB7C-27B2-05B5930F41F9}"/>
              </a:ext>
            </a:extLst>
          </p:cNvPr>
          <p:cNvSpPr/>
          <p:nvPr/>
        </p:nvSpPr>
        <p:spPr>
          <a:xfrm>
            <a:off x="6885230" y="2978637"/>
            <a:ext cx="326545" cy="325351"/>
          </a:xfrm>
          <a:custGeom>
            <a:avLst/>
            <a:gdLst/>
            <a:ahLst/>
            <a:cxnLst/>
            <a:rect l="l" t="t" r="r" b="b"/>
            <a:pathLst>
              <a:path w="16686" h="16625" extrusionOk="0">
                <a:moveTo>
                  <a:pt x="13185" y="2917"/>
                </a:moveTo>
                <a:cubicBezTo>
                  <a:pt x="13450" y="2917"/>
                  <a:pt x="13676" y="3132"/>
                  <a:pt x="13676" y="3397"/>
                </a:cubicBezTo>
                <a:lnTo>
                  <a:pt x="13676" y="5338"/>
                </a:lnTo>
                <a:cubicBezTo>
                  <a:pt x="13725" y="5632"/>
                  <a:pt x="13489" y="5897"/>
                  <a:pt x="13195" y="5897"/>
                </a:cubicBezTo>
                <a:cubicBezTo>
                  <a:pt x="12891" y="5897"/>
                  <a:pt x="12666" y="5632"/>
                  <a:pt x="12705" y="5338"/>
                </a:cubicBezTo>
                <a:lnTo>
                  <a:pt x="12705" y="4564"/>
                </a:lnTo>
                <a:lnTo>
                  <a:pt x="8686" y="8583"/>
                </a:lnTo>
                <a:cubicBezTo>
                  <a:pt x="8593" y="8676"/>
                  <a:pt x="8470" y="8723"/>
                  <a:pt x="8346" y="8723"/>
                </a:cubicBezTo>
                <a:cubicBezTo>
                  <a:pt x="8223" y="8723"/>
                  <a:pt x="8098" y="8676"/>
                  <a:pt x="8000" y="8583"/>
                </a:cubicBezTo>
                <a:lnTo>
                  <a:pt x="6411" y="6995"/>
                </a:lnTo>
                <a:lnTo>
                  <a:pt x="3843" y="9563"/>
                </a:lnTo>
                <a:cubicBezTo>
                  <a:pt x="3749" y="9633"/>
                  <a:pt x="3649" y="9663"/>
                  <a:pt x="3553" y="9663"/>
                </a:cubicBezTo>
                <a:cubicBezTo>
                  <a:pt x="3193" y="9663"/>
                  <a:pt x="2893" y="9233"/>
                  <a:pt x="3157" y="8877"/>
                </a:cubicBezTo>
                <a:lnTo>
                  <a:pt x="6059" y="5966"/>
                </a:lnTo>
                <a:cubicBezTo>
                  <a:pt x="6152" y="5872"/>
                  <a:pt x="6277" y="5826"/>
                  <a:pt x="6402" y="5826"/>
                </a:cubicBezTo>
                <a:cubicBezTo>
                  <a:pt x="6527" y="5826"/>
                  <a:pt x="6652" y="5872"/>
                  <a:pt x="6745" y="5966"/>
                </a:cubicBezTo>
                <a:lnTo>
                  <a:pt x="8343" y="7563"/>
                </a:lnTo>
                <a:lnTo>
                  <a:pt x="12019" y="3887"/>
                </a:lnTo>
                <a:lnTo>
                  <a:pt x="11244" y="3887"/>
                </a:lnTo>
                <a:cubicBezTo>
                  <a:pt x="10695" y="3799"/>
                  <a:pt x="10695" y="2995"/>
                  <a:pt x="11244" y="2917"/>
                </a:cubicBezTo>
                <a:close/>
                <a:moveTo>
                  <a:pt x="10872" y="12602"/>
                </a:moveTo>
                <a:lnTo>
                  <a:pt x="11107" y="13573"/>
                </a:lnTo>
                <a:lnTo>
                  <a:pt x="5568" y="13573"/>
                </a:lnTo>
                <a:lnTo>
                  <a:pt x="5813" y="12602"/>
                </a:lnTo>
                <a:close/>
                <a:moveTo>
                  <a:pt x="492" y="1"/>
                </a:moveTo>
                <a:cubicBezTo>
                  <a:pt x="226" y="1"/>
                  <a:pt x="0" y="215"/>
                  <a:pt x="0" y="495"/>
                </a:cubicBezTo>
                <a:cubicBezTo>
                  <a:pt x="0" y="763"/>
                  <a:pt x="220" y="982"/>
                  <a:pt x="481" y="982"/>
                </a:cubicBezTo>
                <a:cubicBezTo>
                  <a:pt x="507" y="982"/>
                  <a:pt x="533" y="980"/>
                  <a:pt x="559" y="976"/>
                </a:cubicBezTo>
                <a:lnTo>
                  <a:pt x="1079" y="976"/>
                </a:lnTo>
                <a:lnTo>
                  <a:pt x="1079" y="11632"/>
                </a:lnTo>
                <a:lnTo>
                  <a:pt x="559" y="11632"/>
                </a:lnTo>
                <a:cubicBezTo>
                  <a:pt x="537" y="11629"/>
                  <a:pt x="514" y="11627"/>
                  <a:pt x="492" y="11627"/>
                </a:cubicBezTo>
                <a:cubicBezTo>
                  <a:pt x="226" y="11627"/>
                  <a:pt x="0" y="11841"/>
                  <a:pt x="0" y="12122"/>
                </a:cubicBezTo>
                <a:cubicBezTo>
                  <a:pt x="0" y="12398"/>
                  <a:pt x="218" y="12609"/>
                  <a:pt x="478" y="12609"/>
                </a:cubicBezTo>
                <a:cubicBezTo>
                  <a:pt x="505" y="12609"/>
                  <a:pt x="532" y="12607"/>
                  <a:pt x="559" y="12602"/>
                </a:cubicBezTo>
                <a:lnTo>
                  <a:pt x="4823" y="12602"/>
                </a:lnTo>
                <a:cubicBezTo>
                  <a:pt x="4637" y="13357"/>
                  <a:pt x="4186" y="15200"/>
                  <a:pt x="4000" y="15945"/>
                </a:cubicBezTo>
                <a:cubicBezTo>
                  <a:pt x="3882" y="16229"/>
                  <a:pt x="4039" y="16543"/>
                  <a:pt x="4333" y="16612"/>
                </a:cubicBezTo>
                <a:cubicBezTo>
                  <a:pt x="4372" y="16621"/>
                  <a:pt x="4410" y="16625"/>
                  <a:pt x="4448" y="16625"/>
                </a:cubicBezTo>
                <a:cubicBezTo>
                  <a:pt x="4697" y="16625"/>
                  <a:pt x="4915" y="16436"/>
                  <a:pt x="4941" y="16180"/>
                </a:cubicBezTo>
                <a:lnTo>
                  <a:pt x="5343" y="14543"/>
                </a:lnTo>
                <a:lnTo>
                  <a:pt x="11342" y="14543"/>
                </a:lnTo>
                <a:lnTo>
                  <a:pt x="11744" y="16180"/>
                </a:lnTo>
                <a:cubicBezTo>
                  <a:pt x="11770" y="16436"/>
                  <a:pt x="11988" y="16625"/>
                  <a:pt x="12238" y="16625"/>
                </a:cubicBezTo>
                <a:cubicBezTo>
                  <a:pt x="12275" y="16625"/>
                  <a:pt x="12314" y="16621"/>
                  <a:pt x="12352" y="16612"/>
                </a:cubicBezTo>
                <a:cubicBezTo>
                  <a:pt x="12636" y="16543"/>
                  <a:pt x="12803" y="16219"/>
                  <a:pt x="12685" y="15945"/>
                </a:cubicBezTo>
                <a:cubicBezTo>
                  <a:pt x="12499" y="15200"/>
                  <a:pt x="12048" y="13357"/>
                  <a:pt x="11862" y="12602"/>
                </a:cubicBezTo>
                <a:lnTo>
                  <a:pt x="16126" y="12602"/>
                </a:lnTo>
                <a:cubicBezTo>
                  <a:pt x="16153" y="12607"/>
                  <a:pt x="16179" y="12609"/>
                  <a:pt x="16204" y="12609"/>
                </a:cubicBezTo>
                <a:cubicBezTo>
                  <a:pt x="16466" y="12609"/>
                  <a:pt x="16685" y="12390"/>
                  <a:pt x="16685" y="12122"/>
                </a:cubicBezTo>
                <a:cubicBezTo>
                  <a:pt x="16685" y="11841"/>
                  <a:pt x="16459" y="11627"/>
                  <a:pt x="16193" y="11627"/>
                </a:cubicBezTo>
                <a:cubicBezTo>
                  <a:pt x="16171" y="11627"/>
                  <a:pt x="16149" y="11629"/>
                  <a:pt x="16126" y="11632"/>
                </a:cubicBezTo>
                <a:lnTo>
                  <a:pt x="15607" y="11632"/>
                </a:lnTo>
                <a:lnTo>
                  <a:pt x="15607" y="976"/>
                </a:lnTo>
                <a:lnTo>
                  <a:pt x="16126" y="976"/>
                </a:lnTo>
                <a:cubicBezTo>
                  <a:pt x="16153" y="980"/>
                  <a:pt x="16179" y="982"/>
                  <a:pt x="16204" y="982"/>
                </a:cubicBezTo>
                <a:cubicBezTo>
                  <a:pt x="16466" y="982"/>
                  <a:pt x="16685" y="763"/>
                  <a:pt x="16685" y="495"/>
                </a:cubicBezTo>
                <a:cubicBezTo>
                  <a:pt x="16685" y="215"/>
                  <a:pt x="16459" y="1"/>
                  <a:pt x="16193" y="1"/>
                </a:cubicBezTo>
                <a:cubicBezTo>
                  <a:pt x="16171" y="1"/>
                  <a:pt x="16149" y="2"/>
                  <a:pt x="16126" y="5"/>
                </a:cubicBezTo>
                <a:lnTo>
                  <a:pt x="559" y="5"/>
                </a:lnTo>
                <a:cubicBezTo>
                  <a:pt x="537" y="2"/>
                  <a:pt x="514" y="1"/>
                  <a:pt x="4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oogle Shape;9456;p149">
            <a:extLst>
              <a:ext uri="{FF2B5EF4-FFF2-40B4-BE49-F238E27FC236}">
                <a16:creationId xmlns:a16="http://schemas.microsoft.com/office/drawing/2014/main" id="{B1FB092B-1193-40D4-C7F5-700F6196177D}"/>
              </a:ext>
            </a:extLst>
          </p:cNvPr>
          <p:cNvGrpSpPr/>
          <p:nvPr/>
        </p:nvGrpSpPr>
        <p:grpSpPr>
          <a:xfrm>
            <a:off x="4450613" y="1213249"/>
            <a:ext cx="425310" cy="419659"/>
            <a:chOff x="-1951475" y="3597450"/>
            <a:chExt cx="295375" cy="291450"/>
          </a:xfrm>
          <a:solidFill>
            <a:schemeClr val="accent1"/>
          </a:solidFill>
        </p:grpSpPr>
        <p:sp>
          <p:nvSpPr>
            <p:cNvPr id="24" name="Google Shape;9457;p149">
              <a:extLst>
                <a:ext uri="{FF2B5EF4-FFF2-40B4-BE49-F238E27FC236}">
                  <a16:creationId xmlns:a16="http://schemas.microsoft.com/office/drawing/2014/main" id="{05C0E0B2-98D8-5BDD-2E77-73528BA5A492}"/>
                </a:ext>
              </a:extLst>
            </p:cNvPr>
            <p:cNvSpPr/>
            <p:nvPr/>
          </p:nvSpPr>
          <p:spPr>
            <a:xfrm>
              <a:off x="-1951475" y="3597450"/>
              <a:ext cx="170925" cy="34675"/>
            </a:xfrm>
            <a:custGeom>
              <a:avLst/>
              <a:gdLst/>
              <a:ahLst/>
              <a:cxnLst/>
              <a:rect l="l" t="t" r="r" b="b"/>
              <a:pathLst>
                <a:path w="6837" h="1387" extrusionOk="0"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1387"/>
                  </a:lnTo>
                  <a:lnTo>
                    <a:pt x="6837" y="1387"/>
                  </a:lnTo>
                  <a:lnTo>
                    <a:pt x="6837" y="1040"/>
                  </a:lnTo>
                  <a:cubicBezTo>
                    <a:pt x="6837" y="473"/>
                    <a:pt x="636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458;p149">
              <a:extLst>
                <a:ext uri="{FF2B5EF4-FFF2-40B4-BE49-F238E27FC236}">
                  <a16:creationId xmlns:a16="http://schemas.microsoft.com/office/drawing/2014/main" id="{F8A7317C-EB3C-DEE4-F7EC-93D45A458B16}"/>
                </a:ext>
              </a:extLst>
            </p:cNvPr>
            <p:cNvSpPr/>
            <p:nvPr/>
          </p:nvSpPr>
          <p:spPr>
            <a:xfrm>
              <a:off x="-1949900" y="3648650"/>
              <a:ext cx="171725" cy="173300"/>
            </a:xfrm>
            <a:custGeom>
              <a:avLst/>
              <a:gdLst/>
              <a:ahLst/>
              <a:cxnLst/>
              <a:rect l="l" t="t" r="r" b="b"/>
              <a:pathLst>
                <a:path w="6869" h="6932" extrusionOk="0">
                  <a:moveTo>
                    <a:pt x="0" y="1"/>
                  </a:moveTo>
                  <a:lnTo>
                    <a:pt x="0" y="6932"/>
                  </a:lnTo>
                  <a:lnTo>
                    <a:pt x="2426" y="6932"/>
                  </a:lnTo>
                  <a:cubicBezTo>
                    <a:pt x="2521" y="6585"/>
                    <a:pt x="2836" y="6333"/>
                    <a:pt x="3245" y="6270"/>
                  </a:cubicBezTo>
                  <a:lnTo>
                    <a:pt x="1166" y="4191"/>
                  </a:lnTo>
                  <a:cubicBezTo>
                    <a:pt x="693" y="3718"/>
                    <a:pt x="693" y="2962"/>
                    <a:pt x="1166" y="2489"/>
                  </a:cubicBezTo>
                  <a:cubicBezTo>
                    <a:pt x="1386" y="2237"/>
                    <a:pt x="1670" y="2143"/>
                    <a:pt x="2017" y="2143"/>
                  </a:cubicBezTo>
                  <a:cubicBezTo>
                    <a:pt x="2363" y="2143"/>
                    <a:pt x="2647" y="2237"/>
                    <a:pt x="2899" y="2489"/>
                  </a:cubicBezTo>
                  <a:lnTo>
                    <a:pt x="3560" y="3151"/>
                  </a:lnTo>
                  <a:cubicBezTo>
                    <a:pt x="3592" y="2994"/>
                    <a:pt x="3718" y="2836"/>
                    <a:pt x="3844" y="2710"/>
                  </a:cubicBezTo>
                  <a:cubicBezTo>
                    <a:pt x="4064" y="2489"/>
                    <a:pt x="4348" y="2363"/>
                    <a:pt x="4694" y="2363"/>
                  </a:cubicBezTo>
                  <a:cubicBezTo>
                    <a:pt x="4694" y="2048"/>
                    <a:pt x="4820" y="1733"/>
                    <a:pt x="5041" y="1513"/>
                  </a:cubicBezTo>
                  <a:cubicBezTo>
                    <a:pt x="5293" y="1261"/>
                    <a:pt x="5577" y="1135"/>
                    <a:pt x="5923" y="1135"/>
                  </a:cubicBezTo>
                  <a:cubicBezTo>
                    <a:pt x="6112" y="1135"/>
                    <a:pt x="6301" y="1198"/>
                    <a:pt x="6459" y="1261"/>
                  </a:cubicBezTo>
                  <a:cubicBezTo>
                    <a:pt x="6522" y="1072"/>
                    <a:pt x="6616" y="914"/>
                    <a:pt x="6774" y="757"/>
                  </a:cubicBezTo>
                  <a:lnTo>
                    <a:pt x="6868" y="662"/>
                  </a:lnTo>
                  <a:lnTo>
                    <a:pt x="68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459;p149">
              <a:extLst>
                <a:ext uri="{FF2B5EF4-FFF2-40B4-BE49-F238E27FC236}">
                  <a16:creationId xmlns:a16="http://schemas.microsoft.com/office/drawing/2014/main" id="{1F5DEFA9-992C-5695-339C-1456AF3D828E}"/>
                </a:ext>
              </a:extLst>
            </p:cNvPr>
            <p:cNvSpPr/>
            <p:nvPr/>
          </p:nvSpPr>
          <p:spPr>
            <a:xfrm>
              <a:off x="-1951475" y="3838475"/>
              <a:ext cx="170925" cy="50425"/>
            </a:xfrm>
            <a:custGeom>
              <a:avLst/>
              <a:gdLst/>
              <a:ahLst/>
              <a:cxnLst/>
              <a:rect l="l" t="t" r="r" b="b"/>
              <a:pathLst>
                <a:path w="6837" h="2017" extrusionOk="0">
                  <a:moveTo>
                    <a:pt x="0" y="0"/>
                  </a:moveTo>
                  <a:lnTo>
                    <a:pt x="0" y="1008"/>
                  </a:lnTo>
                  <a:cubicBezTo>
                    <a:pt x="0" y="1544"/>
                    <a:pt x="473" y="2017"/>
                    <a:pt x="1008" y="2017"/>
                  </a:cubicBezTo>
                  <a:lnTo>
                    <a:pt x="5829" y="2017"/>
                  </a:lnTo>
                  <a:cubicBezTo>
                    <a:pt x="6333" y="2017"/>
                    <a:pt x="6774" y="1670"/>
                    <a:pt x="6837" y="1166"/>
                  </a:cubicBezTo>
                  <a:lnTo>
                    <a:pt x="6679" y="1071"/>
                  </a:lnTo>
                  <a:lnTo>
                    <a:pt x="3466" y="1071"/>
                  </a:lnTo>
                  <a:cubicBezTo>
                    <a:pt x="2867" y="1071"/>
                    <a:pt x="2363" y="599"/>
                    <a:pt x="2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460;p149">
              <a:extLst>
                <a:ext uri="{FF2B5EF4-FFF2-40B4-BE49-F238E27FC236}">
                  <a16:creationId xmlns:a16="http://schemas.microsoft.com/office/drawing/2014/main" id="{42FBDE6A-9EAE-0DDB-736F-85B2398B777E}"/>
                </a:ext>
              </a:extLst>
            </p:cNvPr>
            <p:cNvSpPr/>
            <p:nvPr/>
          </p:nvSpPr>
          <p:spPr>
            <a:xfrm>
              <a:off x="-1912900" y="3675825"/>
              <a:ext cx="256800" cy="202825"/>
            </a:xfrm>
            <a:custGeom>
              <a:avLst/>
              <a:gdLst/>
              <a:ahLst/>
              <a:cxnLst/>
              <a:rect l="l" t="t" r="r" b="b"/>
              <a:pathLst>
                <a:path w="10272" h="8113" extrusionOk="0">
                  <a:moveTo>
                    <a:pt x="6085" y="0"/>
                  </a:moveTo>
                  <a:cubicBezTo>
                    <a:pt x="5955" y="0"/>
                    <a:pt x="5829" y="48"/>
                    <a:pt x="5735" y="142"/>
                  </a:cubicBezTo>
                  <a:cubicBezTo>
                    <a:pt x="5546" y="331"/>
                    <a:pt x="5546" y="646"/>
                    <a:pt x="5735" y="835"/>
                  </a:cubicBezTo>
                  <a:lnTo>
                    <a:pt x="6081" y="1213"/>
                  </a:lnTo>
                  <a:cubicBezTo>
                    <a:pt x="6207" y="1308"/>
                    <a:pt x="6207" y="1560"/>
                    <a:pt x="6081" y="1655"/>
                  </a:cubicBezTo>
                  <a:cubicBezTo>
                    <a:pt x="6034" y="1718"/>
                    <a:pt x="5948" y="1749"/>
                    <a:pt x="5857" y="1749"/>
                  </a:cubicBezTo>
                  <a:cubicBezTo>
                    <a:pt x="5766" y="1749"/>
                    <a:pt x="5672" y="1718"/>
                    <a:pt x="5609" y="1655"/>
                  </a:cubicBezTo>
                  <a:lnTo>
                    <a:pt x="4758" y="804"/>
                  </a:lnTo>
                  <a:cubicBezTo>
                    <a:pt x="4664" y="709"/>
                    <a:pt x="4538" y="662"/>
                    <a:pt x="4408" y="662"/>
                  </a:cubicBezTo>
                  <a:cubicBezTo>
                    <a:pt x="4278" y="662"/>
                    <a:pt x="4144" y="709"/>
                    <a:pt x="4034" y="804"/>
                  </a:cubicBezTo>
                  <a:cubicBezTo>
                    <a:pt x="3845" y="993"/>
                    <a:pt x="3845" y="1308"/>
                    <a:pt x="4034" y="1528"/>
                  </a:cubicBezTo>
                  <a:cubicBezTo>
                    <a:pt x="4034" y="1655"/>
                    <a:pt x="4884" y="2505"/>
                    <a:pt x="4821" y="2505"/>
                  </a:cubicBezTo>
                  <a:cubicBezTo>
                    <a:pt x="4947" y="2631"/>
                    <a:pt x="4947" y="2852"/>
                    <a:pt x="4821" y="2978"/>
                  </a:cubicBezTo>
                  <a:cubicBezTo>
                    <a:pt x="4774" y="3041"/>
                    <a:pt x="4687" y="3072"/>
                    <a:pt x="4601" y="3072"/>
                  </a:cubicBezTo>
                  <a:cubicBezTo>
                    <a:pt x="4514" y="3072"/>
                    <a:pt x="4427" y="3041"/>
                    <a:pt x="4380" y="2978"/>
                  </a:cubicBezTo>
                  <a:lnTo>
                    <a:pt x="3498" y="2096"/>
                  </a:lnTo>
                  <a:cubicBezTo>
                    <a:pt x="3403" y="2001"/>
                    <a:pt x="3277" y="1954"/>
                    <a:pt x="3151" y="1954"/>
                  </a:cubicBezTo>
                  <a:cubicBezTo>
                    <a:pt x="3025" y="1954"/>
                    <a:pt x="2899" y="2001"/>
                    <a:pt x="2805" y="2096"/>
                  </a:cubicBezTo>
                  <a:cubicBezTo>
                    <a:pt x="2584" y="2316"/>
                    <a:pt x="2584" y="2631"/>
                    <a:pt x="2805" y="2820"/>
                  </a:cubicBezTo>
                  <a:lnTo>
                    <a:pt x="3656" y="3671"/>
                  </a:lnTo>
                  <a:cubicBezTo>
                    <a:pt x="3782" y="3797"/>
                    <a:pt x="3782" y="4017"/>
                    <a:pt x="3656" y="4143"/>
                  </a:cubicBezTo>
                  <a:cubicBezTo>
                    <a:pt x="3593" y="4206"/>
                    <a:pt x="3506" y="4238"/>
                    <a:pt x="3419" y="4238"/>
                  </a:cubicBezTo>
                  <a:cubicBezTo>
                    <a:pt x="3333" y="4238"/>
                    <a:pt x="3246" y="4206"/>
                    <a:pt x="3183" y="4143"/>
                  </a:cubicBezTo>
                  <a:lnTo>
                    <a:pt x="883" y="1875"/>
                  </a:lnTo>
                  <a:cubicBezTo>
                    <a:pt x="789" y="1765"/>
                    <a:pt x="663" y="1710"/>
                    <a:pt x="537" y="1710"/>
                  </a:cubicBezTo>
                  <a:cubicBezTo>
                    <a:pt x="411" y="1710"/>
                    <a:pt x="284" y="1765"/>
                    <a:pt x="190" y="1875"/>
                  </a:cubicBezTo>
                  <a:cubicBezTo>
                    <a:pt x="1" y="2064"/>
                    <a:pt x="1" y="2379"/>
                    <a:pt x="190" y="2568"/>
                  </a:cubicBezTo>
                  <a:lnTo>
                    <a:pt x="1797" y="4206"/>
                  </a:lnTo>
                  <a:lnTo>
                    <a:pt x="3403" y="5845"/>
                  </a:lnTo>
                  <a:lnTo>
                    <a:pt x="1954" y="5845"/>
                  </a:lnTo>
                  <a:cubicBezTo>
                    <a:pt x="1671" y="5845"/>
                    <a:pt x="1450" y="6097"/>
                    <a:pt x="1450" y="6349"/>
                  </a:cubicBezTo>
                  <a:cubicBezTo>
                    <a:pt x="1450" y="6632"/>
                    <a:pt x="1671" y="6884"/>
                    <a:pt x="1954" y="6884"/>
                  </a:cubicBezTo>
                  <a:lnTo>
                    <a:pt x="5451" y="6884"/>
                  </a:lnTo>
                  <a:cubicBezTo>
                    <a:pt x="5514" y="6916"/>
                    <a:pt x="6491" y="7829"/>
                    <a:pt x="6491" y="7829"/>
                  </a:cubicBezTo>
                  <a:cubicBezTo>
                    <a:pt x="6680" y="8018"/>
                    <a:pt x="6948" y="8113"/>
                    <a:pt x="7216" y="8113"/>
                  </a:cubicBezTo>
                  <a:cubicBezTo>
                    <a:pt x="7483" y="8113"/>
                    <a:pt x="7751" y="8018"/>
                    <a:pt x="7940" y="7829"/>
                  </a:cubicBezTo>
                  <a:lnTo>
                    <a:pt x="9862" y="5876"/>
                  </a:lnTo>
                  <a:cubicBezTo>
                    <a:pt x="10272" y="5498"/>
                    <a:pt x="10272" y="4836"/>
                    <a:pt x="9862" y="4427"/>
                  </a:cubicBezTo>
                  <a:lnTo>
                    <a:pt x="9452" y="3986"/>
                  </a:lnTo>
                  <a:cubicBezTo>
                    <a:pt x="9326" y="3608"/>
                    <a:pt x="9043" y="3198"/>
                    <a:pt x="8822" y="2820"/>
                  </a:cubicBezTo>
                  <a:cubicBezTo>
                    <a:pt x="8570" y="2411"/>
                    <a:pt x="8350" y="2064"/>
                    <a:pt x="8035" y="1718"/>
                  </a:cubicBezTo>
                  <a:lnTo>
                    <a:pt x="6459" y="142"/>
                  </a:lnTo>
                  <a:cubicBezTo>
                    <a:pt x="6349" y="48"/>
                    <a:pt x="6215" y="0"/>
                    <a:pt x="60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98"/>
          <p:cNvSpPr txBox="1">
            <a:spLocks noGrp="1"/>
          </p:cNvSpPr>
          <p:nvPr>
            <p:ph type="subTitle" idx="1"/>
          </p:nvPr>
        </p:nvSpPr>
        <p:spPr>
          <a:xfrm>
            <a:off x="3620804" y="2571750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Staff’s location monitor</a:t>
            </a:r>
          </a:p>
        </p:txBody>
      </p:sp>
      <p:sp>
        <p:nvSpPr>
          <p:cNvPr id="1107" name="Google Shape;1107;p98"/>
          <p:cNvSpPr txBox="1">
            <a:spLocks noGrp="1"/>
          </p:cNvSpPr>
          <p:nvPr>
            <p:ph type="subTitle" idx="3"/>
          </p:nvPr>
        </p:nvSpPr>
        <p:spPr>
          <a:xfrm>
            <a:off x="777438" y="2352900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Account Management</a:t>
            </a:r>
          </a:p>
        </p:txBody>
      </p:sp>
      <p:sp>
        <p:nvSpPr>
          <p:cNvPr id="1109" name="Google Shape;1109;p98"/>
          <p:cNvSpPr txBox="1">
            <a:spLocks noGrp="1"/>
          </p:cNvSpPr>
          <p:nvPr>
            <p:ph type="subTitle" idx="5"/>
          </p:nvPr>
        </p:nvSpPr>
        <p:spPr>
          <a:xfrm>
            <a:off x="6318865" y="2571750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Reporting</a:t>
            </a:r>
          </a:p>
        </p:txBody>
      </p:sp>
      <p:sp>
        <p:nvSpPr>
          <p:cNvPr id="1117" name="Google Shape;1117;p98"/>
          <p:cNvSpPr/>
          <p:nvPr/>
        </p:nvSpPr>
        <p:spPr>
          <a:xfrm>
            <a:off x="1727657" y="2025747"/>
            <a:ext cx="415561" cy="415594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9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Core Functional Modules</a:t>
            </a:r>
            <a:endParaRPr dirty="0"/>
          </a:p>
        </p:txBody>
      </p:sp>
      <p:sp>
        <p:nvSpPr>
          <p:cNvPr id="2" name="Google Shape;1679;p125">
            <a:extLst>
              <a:ext uri="{FF2B5EF4-FFF2-40B4-BE49-F238E27FC236}">
                <a16:creationId xmlns:a16="http://schemas.microsoft.com/office/drawing/2014/main" id="{DFABCFB2-BDF7-8978-8621-C4A5E003E343}"/>
              </a:ext>
            </a:extLst>
          </p:cNvPr>
          <p:cNvSpPr/>
          <p:nvPr/>
        </p:nvSpPr>
        <p:spPr>
          <a:xfrm>
            <a:off x="4664985" y="2050993"/>
            <a:ext cx="223104" cy="323727"/>
          </a:xfrm>
          <a:custGeom>
            <a:avLst/>
            <a:gdLst/>
            <a:ahLst/>
            <a:cxnLst/>
            <a:rect l="l" t="t" r="r" b="b"/>
            <a:pathLst>
              <a:path w="11627" h="16542" extrusionOk="0">
                <a:moveTo>
                  <a:pt x="5813" y="3873"/>
                </a:moveTo>
                <a:cubicBezTo>
                  <a:pt x="4088" y="3873"/>
                  <a:pt x="3225" y="5961"/>
                  <a:pt x="4441" y="7177"/>
                </a:cubicBezTo>
                <a:cubicBezTo>
                  <a:pt x="4838" y="7574"/>
                  <a:pt x="5325" y="7752"/>
                  <a:pt x="5802" y="7752"/>
                </a:cubicBezTo>
                <a:cubicBezTo>
                  <a:pt x="6796" y="7752"/>
                  <a:pt x="7745" y="6980"/>
                  <a:pt x="7745" y="5814"/>
                </a:cubicBezTo>
                <a:cubicBezTo>
                  <a:pt x="7745" y="4746"/>
                  <a:pt x="6882" y="3873"/>
                  <a:pt x="5813" y="3873"/>
                </a:cubicBezTo>
                <a:close/>
                <a:moveTo>
                  <a:pt x="5813" y="1854"/>
                </a:moveTo>
                <a:cubicBezTo>
                  <a:pt x="6108" y="1854"/>
                  <a:pt x="6343" y="2128"/>
                  <a:pt x="6294" y="2422"/>
                </a:cubicBezTo>
                <a:lnTo>
                  <a:pt x="6294" y="2952"/>
                </a:lnTo>
                <a:cubicBezTo>
                  <a:pt x="7509" y="3158"/>
                  <a:pt x="8470" y="4108"/>
                  <a:pt x="8676" y="5324"/>
                </a:cubicBezTo>
                <a:lnTo>
                  <a:pt x="9195" y="5324"/>
                </a:lnTo>
                <a:cubicBezTo>
                  <a:pt x="9754" y="5412"/>
                  <a:pt x="9754" y="6216"/>
                  <a:pt x="9195" y="6294"/>
                </a:cubicBezTo>
                <a:lnTo>
                  <a:pt x="8676" y="6294"/>
                </a:lnTo>
                <a:cubicBezTo>
                  <a:pt x="8470" y="7510"/>
                  <a:pt x="7509" y="8471"/>
                  <a:pt x="6294" y="8677"/>
                </a:cubicBezTo>
                <a:lnTo>
                  <a:pt x="6294" y="9196"/>
                </a:lnTo>
                <a:cubicBezTo>
                  <a:pt x="6343" y="9500"/>
                  <a:pt x="6108" y="9765"/>
                  <a:pt x="5813" y="9765"/>
                </a:cubicBezTo>
                <a:cubicBezTo>
                  <a:pt x="5510" y="9765"/>
                  <a:pt x="5274" y="9500"/>
                  <a:pt x="5323" y="9196"/>
                </a:cubicBezTo>
                <a:lnTo>
                  <a:pt x="5323" y="8677"/>
                </a:lnTo>
                <a:cubicBezTo>
                  <a:pt x="4108" y="8471"/>
                  <a:pt x="3157" y="7510"/>
                  <a:pt x="2941" y="6294"/>
                </a:cubicBezTo>
                <a:lnTo>
                  <a:pt x="2422" y="6294"/>
                </a:lnTo>
                <a:cubicBezTo>
                  <a:pt x="1863" y="6216"/>
                  <a:pt x="1863" y="5412"/>
                  <a:pt x="2422" y="5324"/>
                </a:cubicBezTo>
                <a:lnTo>
                  <a:pt x="2941" y="5324"/>
                </a:lnTo>
                <a:cubicBezTo>
                  <a:pt x="3157" y="4108"/>
                  <a:pt x="4108" y="3158"/>
                  <a:pt x="5323" y="2952"/>
                </a:cubicBezTo>
                <a:lnTo>
                  <a:pt x="5323" y="2422"/>
                </a:lnTo>
                <a:cubicBezTo>
                  <a:pt x="5274" y="2128"/>
                  <a:pt x="5510" y="1854"/>
                  <a:pt x="5813" y="1854"/>
                </a:cubicBezTo>
                <a:close/>
                <a:moveTo>
                  <a:pt x="5813" y="1"/>
                </a:moveTo>
                <a:cubicBezTo>
                  <a:pt x="2608" y="1"/>
                  <a:pt x="0" y="2609"/>
                  <a:pt x="0" y="5814"/>
                </a:cubicBezTo>
                <a:cubicBezTo>
                  <a:pt x="0" y="9814"/>
                  <a:pt x="5215" y="16107"/>
                  <a:pt x="5441" y="16372"/>
                </a:cubicBezTo>
                <a:cubicBezTo>
                  <a:pt x="5539" y="16485"/>
                  <a:pt x="5676" y="16541"/>
                  <a:pt x="5813" y="16541"/>
                </a:cubicBezTo>
                <a:cubicBezTo>
                  <a:pt x="5951" y="16541"/>
                  <a:pt x="6088" y="16485"/>
                  <a:pt x="6186" y="16372"/>
                </a:cubicBezTo>
                <a:cubicBezTo>
                  <a:pt x="6402" y="16107"/>
                  <a:pt x="11627" y="9814"/>
                  <a:pt x="11627" y="5814"/>
                </a:cubicBezTo>
                <a:cubicBezTo>
                  <a:pt x="11617" y="2609"/>
                  <a:pt x="9019" y="1"/>
                  <a:pt x="58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761;p125">
            <a:extLst>
              <a:ext uri="{FF2B5EF4-FFF2-40B4-BE49-F238E27FC236}">
                <a16:creationId xmlns:a16="http://schemas.microsoft.com/office/drawing/2014/main" id="{84BE8A63-17FD-3B15-A271-7669001335B4}"/>
              </a:ext>
            </a:extLst>
          </p:cNvPr>
          <p:cNvSpPr/>
          <p:nvPr/>
        </p:nvSpPr>
        <p:spPr>
          <a:xfrm>
            <a:off x="7269085" y="2025748"/>
            <a:ext cx="415560" cy="415593"/>
          </a:xfrm>
          <a:custGeom>
            <a:avLst/>
            <a:gdLst/>
            <a:ahLst/>
            <a:cxnLst/>
            <a:rect l="l" t="t" r="r" b="b"/>
            <a:pathLst>
              <a:path w="16548" h="16549" extrusionOk="0">
                <a:moveTo>
                  <a:pt x="6335" y="7805"/>
                </a:moveTo>
                <a:cubicBezTo>
                  <a:pt x="6588" y="7805"/>
                  <a:pt x="6830" y="8005"/>
                  <a:pt x="6823" y="8304"/>
                </a:cubicBezTo>
                <a:cubicBezTo>
                  <a:pt x="6823" y="8569"/>
                  <a:pt x="6597" y="8784"/>
                  <a:pt x="6333" y="8784"/>
                </a:cubicBezTo>
                <a:cubicBezTo>
                  <a:pt x="5892" y="8784"/>
                  <a:pt x="5676" y="8255"/>
                  <a:pt x="5990" y="7951"/>
                </a:cubicBezTo>
                <a:cubicBezTo>
                  <a:pt x="6091" y="7850"/>
                  <a:pt x="6214" y="7805"/>
                  <a:pt x="6335" y="7805"/>
                </a:cubicBezTo>
                <a:close/>
                <a:moveTo>
                  <a:pt x="0" y="6853"/>
                </a:moveTo>
                <a:lnTo>
                  <a:pt x="0" y="9755"/>
                </a:lnTo>
                <a:lnTo>
                  <a:pt x="1970" y="9755"/>
                </a:lnTo>
                <a:lnTo>
                  <a:pt x="1970" y="6853"/>
                </a:lnTo>
                <a:close/>
                <a:moveTo>
                  <a:pt x="8274" y="6853"/>
                </a:moveTo>
                <a:cubicBezTo>
                  <a:pt x="8587" y="7265"/>
                  <a:pt x="8764" y="7775"/>
                  <a:pt x="8764" y="8304"/>
                </a:cubicBezTo>
                <a:lnTo>
                  <a:pt x="8754" y="8304"/>
                </a:lnTo>
                <a:cubicBezTo>
                  <a:pt x="8754" y="8833"/>
                  <a:pt x="8587" y="9343"/>
                  <a:pt x="8264" y="9755"/>
                </a:cubicBezTo>
                <a:lnTo>
                  <a:pt x="11666" y="9755"/>
                </a:lnTo>
                <a:lnTo>
                  <a:pt x="11666" y="6853"/>
                </a:lnTo>
                <a:close/>
                <a:moveTo>
                  <a:pt x="6321" y="6853"/>
                </a:moveTo>
                <a:cubicBezTo>
                  <a:pt x="5035" y="6853"/>
                  <a:pt x="4385" y="8415"/>
                  <a:pt x="5303" y="9333"/>
                </a:cubicBezTo>
                <a:cubicBezTo>
                  <a:pt x="5598" y="9628"/>
                  <a:pt x="5961" y="9760"/>
                  <a:pt x="6317" y="9760"/>
                </a:cubicBezTo>
                <a:cubicBezTo>
                  <a:pt x="7065" y="9760"/>
                  <a:pt x="7784" y="9180"/>
                  <a:pt x="7784" y="8304"/>
                </a:cubicBezTo>
                <a:cubicBezTo>
                  <a:pt x="7784" y="7500"/>
                  <a:pt x="7137" y="6853"/>
                  <a:pt x="6333" y="6853"/>
                </a:cubicBezTo>
                <a:cubicBezTo>
                  <a:pt x="6329" y="6853"/>
                  <a:pt x="6325" y="6853"/>
                  <a:pt x="6321" y="6853"/>
                </a:cubicBezTo>
                <a:close/>
                <a:moveTo>
                  <a:pt x="6279" y="5882"/>
                </a:moveTo>
                <a:cubicBezTo>
                  <a:pt x="6297" y="5882"/>
                  <a:pt x="6315" y="5882"/>
                  <a:pt x="6333" y="5883"/>
                </a:cubicBezTo>
                <a:lnTo>
                  <a:pt x="12146" y="5883"/>
                </a:lnTo>
                <a:cubicBezTo>
                  <a:pt x="12421" y="5883"/>
                  <a:pt x="12636" y="6098"/>
                  <a:pt x="12636" y="6373"/>
                </a:cubicBezTo>
                <a:lnTo>
                  <a:pt x="12636" y="10245"/>
                </a:lnTo>
                <a:cubicBezTo>
                  <a:pt x="12626" y="10510"/>
                  <a:pt x="12411" y="10725"/>
                  <a:pt x="12146" y="10725"/>
                </a:cubicBezTo>
                <a:lnTo>
                  <a:pt x="6333" y="10725"/>
                </a:lnTo>
                <a:cubicBezTo>
                  <a:pt x="6315" y="10726"/>
                  <a:pt x="6297" y="10726"/>
                  <a:pt x="6279" y="10726"/>
                </a:cubicBezTo>
                <a:cubicBezTo>
                  <a:pt x="4941" y="10726"/>
                  <a:pt x="3853" y="9649"/>
                  <a:pt x="3853" y="8304"/>
                </a:cubicBezTo>
                <a:cubicBezTo>
                  <a:pt x="3853" y="6959"/>
                  <a:pt x="4941" y="5882"/>
                  <a:pt x="6279" y="5882"/>
                </a:cubicBezTo>
                <a:close/>
                <a:moveTo>
                  <a:pt x="2941" y="2971"/>
                </a:moveTo>
                <a:lnTo>
                  <a:pt x="2941" y="4432"/>
                </a:lnTo>
                <a:cubicBezTo>
                  <a:pt x="2941" y="4697"/>
                  <a:pt x="2715" y="4912"/>
                  <a:pt x="2451" y="4912"/>
                </a:cubicBezTo>
                <a:lnTo>
                  <a:pt x="0" y="4912"/>
                </a:lnTo>
                <a:lnTo>
                  <a:pt x="0" y="5883"/>
                </a:lnTo>
                <a:lnTo>
                  <a:pt x="2451" y="5883"/>
                </a:lnTo>
                <a:cubicBezTo>
                  <a:pt x="2715" y="5883"/>
                  <a:pt x="2931" y="6098"/>
                  <a:pt x="2931" y="6373"/>
                </a:cubicBezTo>
                <a:lnTo>
                  <a:pt x="2931" y="10245"/>
                </a:lnTo>
                <a:cubicBezTo>
                  <a:pt x="2931" y="10510"/>
                  <a:pt x="2715" y="10725"/>
                  <a:pt x="2451" y="10725"/>
                </a:cubicBezTo>
                <a:lnTo>
                  <a:pt x="0" y="10725"/>
                </a:lnTo>
                <a:lnTo>
                  <a:pt x="0" y="11696"/>
                </a:lnTo>
                <a:lnTo>
                  <a:pt x="2451" y="11696"/>
                </a:lnTo>
                <a:cubicBezTo>
                  <a:pt x="2715" y="11696"/>
                  <a:pt x="2931" y="11921"/>
                  <a:pt x="2931" y="12186"/>
                </a:cubicBezTo>
                <a:lnTo>
                  <a:pt x="2931" y="13637"/>
                </a:lnTo>
                <a:lnTo>
                  <a:pt x="13597" y="13637"/>
                </a:lnTo>
                <a:lnTo>
                  <a:pt x="13597" y="2981"/>
                </a:lnTo>
                <a:lnTo>
                  <a:pt x="2941" y="2971"/>
                </a:lnTo>
                <a:close/>
                <a:moveTo>
                  <a:pt x="490" y="1"/>
                </a:moveTo>
                <a:cubicBezTo>
                  <a:pt x="225" y="1"/>
                  <a:pt x="0" y="217"/>
                  <a:pt x="0" y="481"/>
                </a:cubicBezTo>
                <a:lnTo>
                  <a:pt x="0" y="3942"/>
                </a:lnTo>
                <a:lnTo>
                  <a:pt x="1970" y="3942"/>
                </a:lnTo>
                <a:lnTo>
                  <a:pt x="1970" y="2491"/>
                </a:lnTo>
                <a:cubicBezTo>
                  <a:pt x="1970" y="2216"/>
                  <a:pt x="2186" y="2001"/>
                  <a:pt x="2461" y="2001"/>
                </a:cubicBezTo>
                <a:lnTo>
                  <a:pt x="14097" y="2001"/>
                </a:lnTo>
                <a:cubicBezTo>
                  <a:pt x="14362" y="2001"/>
                  <a:pt x="14587" y="2216"/>
                  <a:pt x="14587" y="2491"/>
                </a:cubicBezTo>
                <a:lnTo>
                  <a:pt x="14587" y="14117"/>
                </a:lnTo>
                <a:cubicBezTo>
                  <a:pt x="14577" y="14392"/>
                  <a:pt x="14362" y="14607"/>
                  <a:pt x="14097" y="14607"/>
                </a:cubicBezTo>
                <a:lnTo>
                  <a:pt x="2451" y="14607"/>
                </a:lnTo>
                <a:cubicBezTo>
                  <a:pt x="2186" y="14607"/>
                  <a:pt x="1961" y="14392"/>
                  <a:pt x="1961" y="14117"/>
                </a:cubicBezTo>
                <a:lnTo>
                  <a:pt x="1961" y="12666"/>
                </a:lnTo>
                <a:lnTo>
                  <a:pt x="0" y="12666"/>
                </a:lnTo>
                <a:lnTo>
                  <a:pt x="0" y="16058"/>
                </a:lnTo>
                <a:cubicBezTo>
                  <a:pt x="0" y="16333"/>
                  <a:pt x="216" y="16548"/>
                  <a:pt x="490" y="16548"/>
                </a:cubicBezTo>
                <a:lnTo>
                  <a:pt x="16057" y="16548"/>
                </a:lnTo>
                <a:cubicBezTo>
                  <a:pt x="16322" y="16548"/>
                  <a:pt x="16548" y="16333"/>
                  <a:pt x="16548" y="16058"/>
                </a:cubicBezTo>
                <a:lnTo>
                  <a:pt x="16548" y="481"/>
                </a:lnTo>
                <a:cubicBezTo>
                  <a:pt x="16538" y="217"/>
                  <a:pt x="16322" y="1"/>
                  <a:pt x="160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9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Ticket Lifecycle</a:t>
            </a:r>
            <a:endParaRPr dirty="0"/>
          </a:p>
        </p:txBody>
      </p:sp>
      <p:sp>
        <p:nvSpPr>
          <p:cNvPr id="957" name="Google Shape;957;p92"/>
          <p:cNvSpPr txBox="1"/>
          <p:nvPr/>
        </p:nvSpPr>
        <p:spPr>
          <a:xfrm>
            <a:off x="4571925" y="3415327"/>
            <a:ext cx="2003225" cy="572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Automatic Assignment </a:t>
            </a:r>
            <a:endParaRPr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959" name="Google Shape;959;p92"/>
          <p:cNvSpPr txBox="1"/>
          <p:nvPr/>
        </p:nvSpPr>
        <p:spPr>
          <a:xfrm>
            <a:off x="705725" y="3541975"/>
            <a:ext cx="172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Request Received </a:t>
            </a:r>
            <a:endParaRPr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grpSp>
        <p:nvGrpSpPr>
          <p:cNvPr id="961" name="Google Shape;961;p92"/>
          <p:cNvGrpSpPr/>
          <p:nvPr/>
        </p:nvGrpSpPr>
        <p:grpSpPr>
          <a:xfrm>
            <a:off x="1061626" y="2700425"/>
            <a:ext cx="7013349" cy="667500"/>
            <a:chOff x="1061626" y="2700425"/>
            <a:chExt cx="7013349" cy="667500"/>
          </a:xfrm>
        </p:grpSpPr>
        <p:cxnSp>
          <p:nvCxnSpPr>
            <p:cNvPr id="962" name="Google Shape;962;p92"/>
            <p:cNvCxnSpPr>
              <a:stCxn id="963" idx="3"/>
              <a:endCxn id="964" idx="1"/>
            </p:cNvCxnSpPr>
            <p:nvPr/>
          </p:nvCxnSpPr>
          <p:spPr>
            <a:xfrm>
              <a:off x="2072626" y="3034175"/>
              <a:ext cx="10068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5" name="Google Shape;965;p92"/>
            <p:cNvCxnSpPr>
              <a:stCxn id="964" idx="3"/>
              <a:endCxn id="966" idx="1"/>
            </p:cNvCxnSpPr>
            <p:nvPr/>
          </p:nvCxnSpPr>
          <p:spPr>
            <a:xfrm>
              <a:off x="4061175" y="3034175"/>
              <a:ext cx="10215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7" name="Google Shape;967;p92"/>
            <p:cNvCxnSpPr>
              <a:stCxn id="966" idx="3"/>
              <a:endCxn id="968" idx="1"/>
            </p:cNvCxnSpPr>
            <p:nvPr/>
          </p:nvCxnSpPr>
          <p:spPr>
            <a:xfrm>
              <a:off x="6064400" y="3034175"/>
              <a:ext cx="1014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63" name="Google Shape;963;p92"/>
            <p:cNvSpPr txBox="1"/>
            <p:nvPr/>
          </p:nvSpPr>
          <p:spPr>
            <a:xfrm>
              <a:off x="1061626" y="2700425"/>
              <a:ext cx="10110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 dirty="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01</a:t>
              </a:r>
              <a:endParaRPr sz="3500" dirty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  <p:sp>
          <p:nvSpPr>
            <p:cNvPr id="964" name="Google Shape;964;p92"/>
            <p:cNvSpPr txBox="1"/>
            <p:nvPr/>
          </p:nvSpPr>
          <p:spPr>
            <a:xfrm>
              <a:off x="3079575" y="2700425"/>
              <a:ext cx="9816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02</a:t>
              </a:r>
              <a:endParaRPr sz="3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  <p:sp>
          <p:nvSpPr>
            <p:cNvPr id="966" name="Google Shape;966;p92"/>
            <p:cNvSpPr txBox="1"/>
            <p:nvPr/>
          </p:nvSpPr>
          <p:spPr>
            <a:xfrm>
              <a:off x="5082800" y="2700425"/>
              <a:ext cx="9816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03</a:t>
              </a:r>
              <a:endParaRPr sz="3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  <p:sp>
          <p:nvSpPr>
            <p:cNvPr id="968" name="Google Shape;968;p92"/>
            <p:cNvSpPr txBox="1"/>
            <p:nvPr/>
          </p:nvSpPr>
          <p:spPr>
            <a:xfrm>
              <a:off x="7078675" y="2700425"/>
              <a:ext cx="9963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04</a:t>
              </a:r>
              <a:endParaRPr sz="3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</p:grpSp>
      <p:sp>
        <p:nvSpPr>
          <p:cNvPr id="969" name="Google Shape;969;p92"/>
          <p:cNvSpPr txBox="1"/>
          <p:nvPr/>
        </p:nvSpPr>
        <p:spPr>
          <a:xfrm>
            <a:off x="2725175" y="1540525"/>
            <a:ext cx="172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Ticket Created </a:t>
            </a:r>
          </a:p>
        </p:txBody>
      </p:sp>
      <p:sp>
        <p:nvSpPr>
          <p:cNvPr id="970" name="Google Shape;970;p92"/>
          <p:cNvSpPr txBox="1"/>
          <p:nvPr/>
        </p:nvSpPr>
        <p:spPr>
          <a:xfrm>
            <a:off x="6715375" y="1559075"/>
            <a:ext cx="172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Field Execution </a:t>
            </a:r>
            <a:endParaRPr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3">
          <a:extLst>
            <a:ext uri="{FF2B5EF4-FFF2-40B4-BE49-F238E27FC236}">
              <a16:creationId xmlns:a16="http://schemas.microsoft.com/office/drawing/2014/main" id="{4E2FE09B-116F-4D0C-2A39-308BED16E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92">
            <a:extLst>
              <a:ext uri="{FF2B5EF4-FFF2-40B4-BE49-F238E27FC236}">
                <a16:creationId xmlns:a16="http://schemas.microsoft.com/office/drawing/2014/main" id="{0A625C41-AE8B-1D6A-463B-5500A799B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Ticket Lifecycle</a:t>
            </a:r>
            <a:endParaRPr dirty="0"/>
          </a:p>
        </p:txBody>
      </p:sp>
      <p:sp>
        <p:nvSpPr>
          <p:cNvPr id="957" name="Google Shape;957;p92">
            <a:extLst>
              <a:ext uri="{FF2B5EF4-FFF2-40B4-BE49-F238E27FC236}">
                <a16:creationId xmlns:a16="http://schemas.microsoft.com/office/drawing/2014/main" id="{B63EE7FA-F04E-363B-9748-1706CB00D504}"/>
              </a:ext>
            </a:extLst>
          </p:cNvPr>
          <p:cNvSpPr txBox="1"/>
          <p:nvPr/>
        </p:nvSpPr>
        <p:spPr>
          <a:xfrm>
            <a:off x="4571925" y="3415327"/>
            <a:ext cx="2003225" cy="572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Validation</a:t>
            </a:r>
            <a:endParaRPr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959" name="Google Shape;959;p92">
            <a:extLst>
              <a:ext uri="{FF2B5EF4-FFF2-40B4-BE49-F238E27FC236}">
                <a16:creationId xmlns:a16="http://schemas.microsoft.com/office/drawing/2014/main" id="{31DF3FE5-EFD0-9B62-EE4C-984F5C11F4C0}"/>
              </a:ext>
            </a:extLst>
          </p:cNvPr>
          <p:cNvSpPr txBox="1"/>
          <p:nvPr/>
        </p:nvSpPr>
        <p:spPr>
          <a:xfrm>
            <a:off x="705725" y="3701674"/>
            <a:ext cx="2019450" cy="62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Status Updates to managers and customer</a:t>
            </a:r>
            <a:endParaRPr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grpSp>
        <p:nvGrpSpPr>
          <p:cNvPr id="961" name="Google Shape;961;p92">
            <a:extLst>
              <a:ext uri="{FF2B5EF4-FFF2-40B4-BE49-F238E27FC236}">
                <a16:creationId xmlns:a16="http://schemas.microsoft.com/office/drawing/2014/main" id="{8A4149EF-5C31-6800-C057-B4AA385E361A}"/>
              </a:ext>
            </a:extLst>
          </p:cNvPr>
          <p:cNvGrpSpPr/>
          <p:nvPr/>
        </p:nvGrpSpPr>
        <p:grpSpPr>
          <a:xfrm>
            <a:off x="1061626" y="2700425"/>
            <a:ext cx="7013349" cy="667500"/>
            <a:chOff x="1061626" y="2700425"/>
            <a:chExt cx="7013349" cy="667500"/>
          </a:xfrm>
        </p:grpSpPr>
        <p:cxnSp>
          <p:nvCxnSpPr>
            <p:cNvPr id="962" name="Google Shape;962;p92">
              <a:extLst>
                <a:ext uri="{FF2B5EF4-FFF2-40B4-BE49-F238E27FC236}">
                  <a16:creationId xmlns:a16="http://schemas.microsoft.com/office/drawing/2014/main" id="{940BD83D-581E-9B15-A31C-97D556509058}"/>
                </a:ext>
              </a:extLst>
            </p:cNvPr>
            <p:cNvCxnSpPr>
              <a:stCxn id="963" idx="3"/>
              <a:endCxn id="964" idx="1"/>
            </p:cNvCxnSpPr>
            <p:nvPr/>
          </p:nvCxnSpPr>
          <p:spPr>
            <a:xfrm>
              <a:off x="2072626" y="3034175"/>
              <a:ext cx="10068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5" name="Google Shape;965;p92">
              <a:extLst>
                <a:ext uri="{FF2B5EF4-FFF2-40B4-BE49-F238E27FC236}">
                  <a16:creationId xmlns:a16="http://schemas.microsoft.com/office/drawing/2014/main" id="{BBA8784D-9EA8-FE58-9342-3EC1006CF09C}"/>
                </a:ext>
              </a:extLst>
            </p:cNvPr>
            <p:cNvCxnSpPr>
              <a:stCxn id="964" idx="3"/>
              <a:endCxn id="966" idx="1"/>
            </p:cNvCxnSpPr>
            <p:nvPr/>
          </p:nvCxnSpPr>
          <p:spPr>
            <a:xfrm>
              <a:off x="4061175" y="3034175"/>
              <a:ext cx="10215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7" name="Google Shape;967;p92">
              <a:extLst>
                <a:ext uri="{FF2B5EF4-FFF2-40B4-BE49-F238E27FC236}">
                  <a16:creationId xmlns:a16="http://schemas.microsoft.com/office/drawing/2014/main" id="{3F3D8E32-5A20-6FFE-1D23-D775CBDDB3B4}"/>
                </a:ext>
              </a:extLst>
            </p:cNvPr>
            <p:cNvCxnSpPr>
              <a:stCxn id="966" idx="3"/>
              <a:endCxn id="968" idx="1"/>
            </p:cNvCxnSpPr>
            <p:nvPr/>
          </p:nvCxnSpPr>
          <p:spPr>
            <a:xfrm>
              <a:off x="6064400" y="3034175"/>
              <a:ext cx="1014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63" name="Google Shape;963;p92">
              <a:extLst>
                <a:ext uri="{FF2B5EF4-FFF2-40B4-BE49-F238E27FC236}">
                  <a16:creationId xmlns:a16="http://schemas.microsoft.com/office/drawing/2014/main" id="{4901FC83-452C-1BCD-A094-6A1CD6BB6E76}"/>
                </a:ext>
              </a:extLst>
            </p:cNvPr>
            <p:cNvSpPr txBox="1"/>
            <p:nvPr/>
          </p:nvSpPr>
          <p:spPr>
            <a:xfrm>
              <a:off x="1061626" y="2700425"/>
              <a:ext cx="10110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 dirty="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05</a:t>
              </a:r>
              <a:endParaRPr sz="3500" dirty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  <p:sp>
          <p:nvSpPr>
            <p:cNvPr id="964" name="Google Shape;964;p92">
              <a:extLst>
                <a:ext uri="{FF2B5EF4-FFF2-40B4-BE49-F238E27FC236}">
                  <a16:creationId xmlns:a16="http://schemas.microsoft.com/office/drawing/2014/main" id="{51AE08E1-B9A9-EE6D-8456-1669E3A257E5}"/>
                </a:ext>
              </a:extLst>
            </p:cNvPr>
            <p:cNvSpPr txBox="1"/>
            <p:nvPr/>
          </p:nvSpPr>
          <p:spPr>
            <a:xfrm>
              <a:off x="3079575" y="2700425"/>
              <a:ext cx="9816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 dirty="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06</a:t>
              </a:r>
              <a:endParaRPr sz="3500" dirty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  <p:sp>
          <p:nvSpPr>
            <p:cNvPr id="966" name="Google Shape;966;p92">
              <a:extLst>
                <a:ext uri="{FF2B5EF4-FFF2-40B4-BE49-F238E27FC236}">
                  <a16:creationId xmlns:a16="http://schemas.microsoft.com/office/drawing/2014/main" id="{C17282E3-02DF-7C86-6D6D-2FB7003481C7}"/>
                </a:ext>
              </a:extLst>
            </p:cNvPr>
            <p:cNvSpPr txBox="1"/>
            <p:nvPr/>
          </p:nvSpPr>
          <p:spPr>
            <a:xfrm>
              <a:off x="5082800" y="2700425"/>
              <a:ext cx="9816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 dirty="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07</a:t>
              </a:r>
              <a:endParaRPr sz="3500" dirty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  <p:sp>
          <p:nvSpPr>
            <p:cNvPr id="968" name="Google Shape;968;p92">
              <a:extLst>
                <a:ext uri="{FF2B5EF4-FFF2-40B4-BE49-F238E27FC236}">
                  <a16:creationId xmlns:a16="http://schemas.microsoft.com/office/drawing/2014/main" id="{396C133D-3511-4061-5DBB-2BE4B2EE4F00}"/>
                </a:ext>
              </a:extLst>
            </p:cNvPr>
            <p:cNvSpPr txBox="1"/>
            <p:nvPr/>
          </p:nvSpPr>
          <p:spPr>
            <a:xfrm>
              <a:off x="7078675" y="2700425"/>
              <a:ext cx="9963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 dirty="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08</a:t>
              </a:r>
              <a:endParaRPr sz="3500" dirty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</p:grpSp>
      <p:sp>
        <p:nvSpPr>
          <p:cNvPr id="969" name="Google Shape;969;p92">
            <a:extLst>
              <a:ext uri="{FF2B5EF4-FFF2-40B4-BE49-F238E27FC236}">
                <a16:creationId xmlns:a16="http://schemas.microsoft.com/office/drawing/2014/main" id="{9A702FD2-554C-F643-1EFD-BFE7A9EA034A}"/>
              </a:ext>
            </a:extLst>
          </p:cNvPr>
          <p:cNvSpPr txBox="1"/>
          <p:nvPr/>
        </p:nvSpPr>
        <p:spPr>
          <a:xfrm>
            <a:off x="2725175" y="1540525"/>
            <a:ext cx="172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Close Request </a:t>
            </a:r>
          </a:p>
        </p:txBody>
      </p:sp>
      <p:sp>
        <p:nvSpPr>
          <p:cNvPr id="970" name="Google Shape;970;p92">
            <a:extLst>
              <a:ext uri="{FF2B5EF4-FFF2-40B4-BE49-F238E27FC236}">
                <a16:creationId xmlns:a16="http://schemas.microsoft.com/office/drawing/2014/main" id="{60252B50-A6C8-94AE-1A67-CAF9894DDB05}"/>
              </a:ext>
            </a:extLst>
          </p:cNvPr>
          <p:cNvSpPr txBox="1"/>
          <p:nvPr/>
        </p:nvSpPr>
        <p:spPr>
          <a:xfrm>
            <a:off x="6715375" y="1559075"/>
            <a:ext cx="172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Ticket Closed (or reopened)</a:t>
            </a:r>
            <a:endParaRPr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</p:spTree>
    <p:extLst>
      <p:ext uri="{BB962C8B-B14F-4D97-AF65-F5344CB8AC3E}">
        <p14:creationId xmlns:p14="http://schemas.microsoft.com/office/powerpoint/2010/main" val="3175137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327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Validation Authority</a:t>
            </a:r>
          </a:p>
        </p:txBody>
      </p:sp>
      <p:sp>
        <p:nvSpPr>
          <p:cNvPr id="626" name="Google Shape;626;p74"/>
          <p:cNvSpPr txBox="1">
            <a:spLocks noGrp="1"/>
          </p:cNvSpPr>
          <p:nvPr>
            <p:ph type="subTitle" idx="1"/>
          </p:nvPr>
        </p:nvSpPr>
        <p:spPr>
          <a:xfrm>
            <a:off x="5207184" y="2499564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NOC / Network Management </a:t>
            </a:r>
            <a:endParaRPr dirty="0"/>
          </a:p>
        </p:txBody>
      </p:sp>
      <p:sp>
        <p:nvSpPr>
          <p:cNvPr id="627" name="Google Shape;627;p74"/>
          <p:cNvSpPr txBox="1">
            <a:spLocks noGrp="1"/>
          </p:cNvSpPr>
          <p:nvPr>
            <p:ph type="subTitle" idx="2"/>
          </p:nvPr>
        </p:nvSpPr>
        <p:spPr>
          <a:xfrm>
            <a:off x="5207182" y="3320136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800" dirty="0"/>
              <a:t>Network-related cases</a:t>
            </a:r>
            <a:endParaRPr sz="1800" dirty="0"/>
          </a:p>
        </p:txBody>
      </p:sp>
      <p:sp>
        <p:nvSpPr>
          <p:cNvPr id="628" name="Google Shape;628;p74"/>
          <p:cNvSpPr txBox="1">
            <a:spLocks noGrp="1"/>
          </p:cNvSpPr>
          <p:nvPr>
            <p:ph type="subTitle" idx="3"/>
          </p:nvPr>
        </p:nvSpPr>
        <p:spPr>
          <a:xfrm>
            <a:off x="1450718" y="2511411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Call </a:t>
            </a:r>
            <a:r>
              <a:rPr lang="en-GB" dirty="0" err="1"/>
              <a:t>Center</a:t>
            </a:r>
            <a:r>
              <a:rPr lang="en-GB" dirty="0"/>
              <a:t> </a:t>
            </a:r>
            <a:endParaRPr dirty="0"/>
          </a:p>
        </p:txBody>
      </p:sp>
      <p:sp>
        <p:nvSpPr>
          <p:cNvPr id="629" name="Google Shape;629;p74"/>
          <p:cNvSpPr txBox="1">
            <a:spLocks noGrp="1"/>
          </p:cNvSpPr>
          <p:nvPr>
            <p:ph type="subTitle" idx="4"/>
          </p:nvPr>
        </p:nvSpPr>
        <p:spPr>
          <a:xfrm>
            <a:off x="1450718" y="3307449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/>
              <a:t>Customer-related</a:t>
            </a:r>
            <a:r>
              <a:rPr lang="en-GB" dirty="0"/>
              <a:t> </a:t>
            </a:r>
            <a:r>
              <a:rPr lang="en-GB" sz="1800" dirty="0"/>
              <a:t>cases</a:t>
            </a:r>
            <a:endParaRPr dirty="0"/>
          </a:p>
        </p:txBody>
      </p:sp>
      <p:grpSp>
        <p:nvGrpSpPr>
          <p:cNvPr id="2" name="Google Shape;1729;p125">
            <a:extLst>
              <a:ext uri="{FF2B5EF4-FFF2-40B4-BE49-F238E27FC236}">
                <a16:creationId xmlns:a16="http://schemas.microsoft.com/office/drawing/2014/main" id="{3936FF79-8228-BE61-964A-9073247193A8}"/>
              </a:ext>
            </a:extLst>
          </p:cNvPr>
          <p:cNvGrpSpPr/>
          <p:nvPr/>
        </p:nvGrpSpPr>
        <p:grpSpPr>
          <a:xfrm>
            <a:off x="2579203" y="1989326"/>
            <a:ext cx="284724" cy="323883"/>
            <a:chOff x="2354337" y="3284741"/>
            <a:chExt cx="284724" cy="323883"/>
          </a:xfrm>
          <a:solidFill>
            <a:schemeClr val="accent1"/>
          </a:solidFill>
        </p:grpSpPr>
        <p:sp>
          <p:nvSpPr>
            <p:cNvPr id="3" name="Google Shape;1730;p125">
              <a:extLst>
                <a:ext uri="{FF2B5EF4-FFF2-40B4-BE49-F238E27FC236}">
                  <a16:creationId xmlns:a16="http://schemas.microsoft.com/office/drawing/2014/main" id="{EA786641-C6FF-DB36-4361-B662916BA3BB}"/>
                </a:ext>
              </a:extLst>
            </p:cNvPr>
            <p:cNvSpPr/>
            <p:nvPr/>
          </p:nvSpPr>
          <p:spPr>
            <a:xfrm>
              <a:off x="2483636" y="3513612"/>
              <a:ext cx="22466" cy="19120"/>
            </a:xfrm>
            <a:custGeom>
              <a:avLst/>
              <a:gdLst/>
              <a:ahLst/>
              <a:cxnLst/>
              <a:rect l="l" t="t" r="r" b="b"/>
              <a:pathLst>
                <a:path w="1148" h="977" extrusionOk="0">
                  <a:moveTo>
                    <a:pt x="658" y="1"/>
                  </a:moveTo>
                  <a:cubicBezTo>
                    <a:pt x="217" y="1"/>
                    <a:pt x="1" y="521"/>
                    <a:pt x="315" y="834"/>
                  </a:cubicBezTo>
                  <a:cubicBezTo>
                    <a:pt x="413" y="932"/>
                    <a:pt x="534" y="976"/>
                    <a:pt x="654" y="976"/>
                  </a:cubicBezTo>
                  <a:cubicBezTo>
                    <a:pt x="905" y="976"/>
                    <a:pt x="1148" y="783"/>
                    <a:pt x="1148" y="491"/>
                  </a:cubicBezTo>
                  <a:cubicBezTo>
                    <a:pt x="1148" y="217"/>
                    <a:pt x="932" y="1"/>
                    <a:pt x="6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731;p125">
              <a:extLst>
                <a:ext uri="{FF2B5EF4-FFF2-40B4-BE49-F238E27FC236}">
                  <a16:creationId xmlns:a16="http://schemas.microsoft.com/office/drawing/2014/main" id="{C36803A6-E5E1-CDCA-FBA8-CEC90987E630}"/>
                </a:ext>
              </a:extLst>
            </p:cNvPr>
            <p:cNvSpPr/>
            <p:nvPr/>
          </p:nvSpPr>
          <p:spPr>
            <a:xfrm>
              <a:off x="2354337" y="3284741"/>
              <a:ext cx="284724" cy="323883"/>
            </a:xfrm>
            <a:custGeom>
              <a:avLst/>
              <a:gdLst/>
              <a:ahLst/>
              <a:cxnLst/>
              <a:rect l="l" t="t" r="r" b="b"/>
              <a:pathLst>
                <a:path w="14549" h="16550" extrusionOk="0">
                  <a:moveTo>
                    <a:pt x="7275" y="1"/>
                  </a:moveTo>
                  <a:cubicBezTo>
                    <a:pt x="3255" y="1"/>
                    <a:pt x="1" y="3256"/>
                    <a:pt x="1" y="7275"/>
                  </a:cubicBezTo>
                  <a:lnTo>
                    <a:pt x="1" y="11216"/>
                  </a:lnTo>
                  <a:cubicBezTo>
                    <a:pt x="1" y="12019"/>
                    <a:pt x="648" y="12666"/>
                    <a:pt x="1451" y="12666"/>
                  </a:cubicBezTo>
                  <a:lnTo>
                    <a:pt x="3392" y="12666"/>
                  </a:lnTo>
                  <a:cubicBezTo>
                    <a:pt x="3657" y="12666"/>
                    <a:pt x="3873" y="12451"/>
                    <a:pt x="3873" y="12176"/>
                  </a:cubicBezTo>
                  <a:lnTo>
                    <a:pt x="3873" y="7334"/>
                  </a:lnTo>
                  <a:cubicBezTo>
                    <a:pt x="3873" y="7069"/>
                    <a:pt x="3657" y="6843"/>
                    <a:pt x="3392" y="6843"/>
                  </a:cubicBezTo>
                  <a:lnTo>
                    <a:pt x="1451" y="6843"/>
                  </a:lnTo>
                  <a:cubicBezTo>
                    <a:pt x="1295" y="6843"/>
                    <a:pt x="1128" y="6873"/>
                    <a:pt x="981" y="6922"/>
                  </a:cubicBezTo>
                  <a:cubicBezTo>
                    <a:pt x="1157" y="3579"/>
                    <a:pt x="3922" y="952"/>
                    <a:pt x="7275" y="952"/>
                  </a:cubicBezTo>
                  <a:cubicBezTo>
                    <a:pt x="10617" y="952"/>
                    <a:pt x="13382" y="3579"/>
                    <a:pt x="13558" y="6922"/>
                  </a:cubicBezTo>
                  <a:cubicBezTo>
                    <a:pt x="13411" y="6873"/>
                    <a:pt x="13245" y="6843"/>
                    <a:pt x="13088" y="6843"/>
                  </a:cubicBezTo>
                  <a:lnTo>
                    <a:pt x="11147" y="6843"/>
                  </a:lnTo>
                  <a:cubicBezTo>
                    <a:pt x="10882" y="6843"/>
                    <a:pt x="10666" y="7069"/>
                    <a:pt x="10666" y="7334"/>
                  </a:cubicBezTo>
                  <a:lnTo>
                    <a:pt x="10666" y="12186"/>
                  </a:lnTo>
                  <a:cubicBezTo>
                    <a:pt x="10666" y="12451"/>
                    <a:pt x="10882" y="12666"/>
                    <a:pt x="11147" y="12676"/>
                  </a:cubicBezTo>
                  <a:lnTo>
                    <a:pt x="13088" y="12676"/>
                  </a:lnTo>
                  <a:cubicBezTo>
                    <a:pt x="13254" y="12676"/>
                    <a:pt x="13421" y="12647"/>
                    <a:pt x="13578" y="12588"/>
                  </a:cubicBezTo>
                  <a:lnTo>
                    <a:pt x="13578" y="13157"/>
                  </a:lnTo>
                  <a:cubicBezTo>
                    <a:pt x="13578" y="13960"/>
                    <a:pt x="12921" y="14607"/>
                    <a:pt x="12117" y="14607"/>
                  </a:cubicBezTo>
                  <a:lnTo>
                    <a:pt x="8647" y="14607"/>
                  </a:lnTo>
                  <a:cubicBezTo>
                    <a:pt x="8441" y="14024"/>
                    <a:pt x="7889" y="13643"/>
                    <a:pt x="7288" y="13643"/>
                  </a:cubicBezTo>
                  <a:cubicBezTo>
                    <a:pt x="7202" y="13643"/>
                    <a:pt x="7116" y="13651"/>
                    <a:pt x="7029" y="13666"/>
                  </a:cubicBezTo>
                  <a:cubicBezTo>
                    <a:pt x="6333" y="13784"/>
                    <a:pt x="5824" y="14392"/>
                    <a:pt x="5824" y="15098"/>
                  </a:cubicBezTo>
                  <a:cubicBezTo>
                    <a:pt x="5824" y="15803"/>
                    <a:pt x="6333" y="16411"/>
                    <a:pt x="7029" y="16529"/>
                  </a:cubicBezTo>
                  <a:cubicBezTo>
                    <a:pt x="7111" y="16543"/>
                    <a:pt x="7192" y="16549"/>
                    <a:pt x="7272" y="16549"/>
                  </a:cubicBezTo>
                  <a:cubicBezTo>
                    <a:pt x="7879" y="16549"/>
                    <a:pt x="8439" y="16167"/>
                    <a:pt x="8647" y="15578"/>
                  </a:cubicBezTo>
                  <a:lnTo>
                    <a:pt x="12127" y="15578"/>
                  </a:lnTo>
                  <a:cubicBezTo>
                    <a:pt x="13460" y="15578"/>
                    <a:pt x="14548" y="14500"/>
                    <a:pt x="14548" y="13157"/>
                  </a:cubicBezTo>
                  <a:lnTo>
                    <a:pt x="14548" y="7275"/>
                  </a:lnTo>
                  <a:cubicBezTo>
                    <a:pt x="14548" y="3262"/>
                    <a:pt x="11304" y="11"/>
                    <a:pt x="7293" y="11"/>
                  </a:cubicBezTo>
                  <a:cubicBezTo>
                    <a:pt x="7287" y="11"/>
                    <a:pt x="7281" y="11"/>
                    <a:pt x="7275" y="11"/>
                  </a:cubicBezTo>
                  <a:lnTo>
                    <a:pt x="72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732;p125">
              <a:extLst>
                <a:ext uri="{FF2B5EF4-FFF2-40B4-BE49-F238E27FC236}">
                  <a16:creationId xmlns:a16="http://schemas.microsoft.com/office/drawing/2014/main" id="{DA1AB0D3-2C61-3701-BDCD-9B68A3657CAE}"/>
                </a:ext>
              </a:extLst>
            </p:cNvPr>
            <p:cNvSpPr/>
            <p:nvPr/>
          </p:nvSpPr>
          <p:spPr>
            <a:xfrm>
              <a:off x="2467335" y="3418815"/>
              <a:ext cx="62957" cy="74640"/>
            </a:xfrm>
            <a:custGeom>
              <a:avLst/>
              <a:gdLst/>
              <a:ahLst/>
              <a:cxnLst/>
              <a:rect l="l" t="t" r="r" b="b"/>
              <a:pathLst>
                <a:path w="3217" h="3814" extrusionOk="0">
                  <a:moveTo>
                    <a:pt x="1500" y="0"/>
                  </a:moveTo>
                  <a:cubicBezTo>
                    <a:pt x="740" y="0"/>
                    <a:pt x="40" y="604"/>
                    <a:pt x="40" y="1453"/>
                  </a:cubicBezTo>
                  <a:cubicBezTo>
                    <a:pt x="1" y="1747"/>
                    <a:pt x="226" y="2012"/>
                    <a:pt x="530" y="2012"/>
                  </a:cubicBezTo>
                  <a:cubicBezTo>
                    <a:pt x="824" y="2012"/>
                    <a:pt x="1059" y="1747"/>
                    <a:pt x="1010" y="1453"/>
                  </a:cubicBezTo>
                  <a:cubicBezTo>
                    <a:pt x="1003" y="1163"/>
                    <a:pt x="1243" y="953"/>
                    <a:pt x="1505" y="953"/>
                  </a:cubicBezTo>
                  <a:cubicBezTo>
                    <a:pt x="1589" y="953"/>
                    <a:pt x="1675" y="974"/>
                    <a:pt x="1755" y="1022"/>
                  </a:cubicBezTo>
                  <a:cubicBezTo>
                    <a:pt x="2089" y="1228"/>
                    <a:pt x="2069" y="1708"/>
                    <a:pt x="1726" y="1884"/>
                  </a:cubicBezTo>
                  <a:cubicBezTo>
                    <a:pt x="1275" y="2130"/>
                    <a:pt x="1001" y="2610"/>
                    <a:pt x="1010" y="3129"/>
                  </a:cubicBezTo>
                  <a:lnTo>
                    <a:pt x="1010" y="3394"/>
                  </a:lnTo>
                  <a:cubicBezTo>
                    <a:pt x="1054" y="3674"/>
                    <a:pt x="1275" y="3813"/>
                    <a:pt x="1496" y="3813"/>
                  </a:cubicBezTo>
                  <a:cubicBezTo>
                    <a:pt x="1716" y="3813"/>
                    <a:pt x="1937" y="3674"/>
                    <a:pt x="1981" y="3394"/>
                  </a:cubicBezTo>
                  <a:lnTo>
                    <a:pt x="1981" y="3129"/>
                  </a:lnTo>
                  <a:cubicBezTo>
                    <a:pt x="1971" y="2973"/>
                    <a:pt x="2040" y="2826"/>
                    <a:pt x="2177" y="2737"/>
                  </a:cubicBezTo>
                  <a:cubicBezTo>
                    <a:pt x="3177" y="2218"/>
                    <a:pt x="3216" y="796"/>
                    <a:pt x="2246" y="208"/>
                  </a:cubicBezTo>
                  <a:cubicBezTo>
                    <a:pt x="2006" y="65"/>
                    <a:pt x="1750" y="0"/>
                    <a:pt x="15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7895;p146">
            <a:extLst>
              <a:ext uri="{FF2B5EF4-FFF2-40B4-BE49-F238E27FC236}">
                <a16:creationId xmlns:a16="http://schemas.microsoft.com/office/drawing/2014/main" id="{4E7B0031-CE62-1AA6-D4DF-FD224626009C}"/>
              </a:ext>
            </a:extLst>
          </p:cNvPr>
          <p:cNvGrpSpPr/>
          <p:nvPr/>
        </p:nvGrpSpPr>
        <p:grpSpPr>
          <a:xfrm>
            <a:off x="6280075" y="1945151"/>
            <a:ext cx="357468" cy="356497"/>
            <a:chOff x="-31455100" y="3909350"/>
            <a:chExt cx="294600" cy="293800"/>
          </a:xfrm>
          <a:solidFill>
            <a:schemeClr val="accent1"/>
          </a:solidFill>
        </p:grpSpPr>
        <p:sp>
          <p:nvSpPr>
            <p:cNvPr id="7" name="Google Shape;7896;p146">
              <a:extLst>
                <a:ext uri="{FF2B5EF4-FFF2-40B4-BE49-F238E27FC236}">
                  <a16:creationId xmlns:a16="http://schemas.microsoft.com/office/drawing/2014/main" id="{CA699485-BEE3-B575-137C-613A72293DEA}"/>
                </a:ext>
              </a:extLst>
            </p:cNvPr>
            <p:cNvSpPr/>
            <p:nvPr/>
          </p:nvSpPr>
          <p:spPr>
            <a:xfrm>
              <a:off x="-31455100" y="3909350"/>
              <a:ext cx="294600" cy="293800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5199" y="1"/>
                  </a:moveTo>
                  <a:cubicBezTo>
                    <a:pt x="5042" y="1"/>
                    <a:pt x="4916" y="127"/>
                    <a:pt x="4884" y="284"/>
                  </a:cubicBezTo>
                  <a:lnTo>
                    <a:pt x="4727" y="883"/>
                  </a:lnTo>
                  <a:cubicBezTo>
                    <a:pt x="4191" y="977"/>
                    <a:pt x="3655" y="1229"/>
                    <a:pt x="3151" y="1513"/>
                  </a:cubicBezTo>
                  <a:lnTo>
                    <a:pt x="2647" y="1229"/>
                  </a:lnTo>
                  <a:cubicBezTo>
                    <a:pt x="2599" y="1205"/>
                    <a:pt x="2542" y="1195"/>
                    <a:pt x="2482" y="1195"/>
                  </a:cubicBezTo>
                  <a:cubicBezTo>
                    <a:pt x="2386" y="1195"/>
                    <a:pt x="2284" y="1222"/>
                    <a:pt x="2206" y="1261"/>
                  </a:cubicBezTo>
                  <a:lnTo>
                    <a:pt x="1261" y="2206"/>
                  </a:lnTo>
                  <a:cubicBezTo>
                    <a:pt x="1135" y="2332"/>
                    <a:pt x="1135" y="2490"/>
                    <a:pt x="1230" y="2647"/>
                  </a:cubicBezTo>
                  <a:lnTo>
                    <a:pt x="1513" y="3151"/>
                  </a:lnTo>
                  <a:cubicBezTo>
                    <a:pt x="1198" y="3624"/>
                    <a:pt x="978" y="4191"/>
                    <a:pt x="883" y="4726"/>
                  </a:cubicBezTo>
                  <a:lnTo>
                    <a:pt x="284" y="4884"/>
                  </a:lnTo>
                  <a:cubicBezTo>
                    <a:pt x="127" y="4947"/>
                    <a:pt x="1" y="5041"/>
                    <a:pt x="1" y="5199"/>
                  </a:cubicBezTo>
                  <a:lnTo>
                    <a:pt x="1" y="6585"/>
                  </a:lnTo>
                  <a:cubicBezTo>
                    <a:pt x="1" y="6743"/>
                    <a:pt x="127" y="6869"/>
                    <a:pt x="284" y="6900"/>
                  </a:cubicBezTo>
                  <a:lnTo>
                    <a:pt x="883" y="7058"/>
                  </a:lnTo>
                  <a:cubicBezTo>
                    <a:pt x="946" y="7404"/>
                    <a:pt x="1072" y="7782"/>
                    <a:pt x="1230" y="8129"/>
                  </a:cubicBezTo>
                  <a:cubicBezTo>
                    <a:pt x="1504" y="7854"/>
                    <a:pt x="2843" y="6486"/>
                    <a:pt x="2841" y="6486"/>
                  </a:cubicBezTo>
                  <a:lnTo>
                    <a:pt x="2841" y="6486"/>
                  </a:lnTo>
                  <a:cubicBezTo>
                    <a:pt x="2841" y="6486"/>
                    <a:pt x="2839" y="6488"/>
                    <a:pt x="2836" y="6491"/>
                  </a:cubicBezTo>
                  <a:cubicBezTo>
                    <a:pt x="2836" y="6459"/>
                    <a:pt x="2805" y="6050"/>
                    <a:pt x="2805" y="5955"/>
                  </a:cubicBezTo>
                  <a:cubicBezTo>
                    <a:pt x="2773" y="4222"/>
                    <a:pt x="4191" y="2836"/>
                    <a:pt x="5861" y="2836"/>
                  </a:cubicBezTo>
                  <a:cubicBezTo>
                    <a:pt x="7562" y="2836"/>
                    <a:pt x="8948" y="4222"/>
                    <a:pt x="8948" y="5924"/>
                  </a:cubicBezTo>
                  <a:cubicBezTo>
                    <a:pt x="8948" y="7499"/>
                    <a:pt x="7751" y="8822"/>
                    <a:pt x="6113" y="8948"/>
                  </a:cubicBezTo>
                  <a:cubicBezTo>
                    <a:pt x="6066" y="8948"/>
                    <a:pt x="5963" y="8956"/>
                    <a:pt x="5821" y="8956"/>
                  </a:cubicBezTo>
                  <a:cubicBezTo>
                    <a:pt x="5680" y="8956"/>
                    <a:pt x="5499" y="8948"/>
                    <a:pt x="5294" y="8917"/>
                  </a:cubicBezTo>
                  <a:lnTo>
                    <a:pt x="3655" y="10523"/>
                  </a:lnTo>
                  <a:cubicBezTo>
                    <a:pt x="4034" y="10681"/>
                    <a:pt x="4349" y="10807"/>
                    <a:pt x="4727" y="10870"/>
                  </a:cubicBezTo>
                  <a:lnTo>
                    <a:pt x="4884" y="11468"/>
                  </a:lnTo>
                  <a:cubicBezTo>
                    <a:pt x="4916" y="11626"/>
                    <a:pt x="5042" y="11752"/>
                    <a:pt x="5199" y="11752"/>
                  </a:cubicBezTo>
                  <a:lnTo>
                    <a:pt x="6585" y="11752"/>
                  </a:lnTo>
                  <a:cubicBezTo>
                    <a:pt x="6743" y="11752"/>
                    <a:pt x="6869" y="11626"/>
                    <a:pt x="6901" y="11468"/>
                  </a:cubicBezTo>
                  <a:lnTo>
                    <a:pt x="7058" y="10870"/>
                  </a:lnTo>
                  <a:cubicBezTo>
                    <a:pt x="7594" y="10775"/>
                    <a:pt x="8129" y="10523"/>
                    <a:pt x="8633" y="10240"/>
                  </a:cubicBezTo>
                  <a:lnTo>
                    <a:pt x="9137" y="10523"/>
                  </a:lnTo>
                  <a:cubicBezTo>
                    <a:pt x="9185" y="10547"/>
                    <a:pt x="9243" y="10558"/>
                    <a:pt x="9302" y="10558"/>
                  </a:cubicBezTo>
                  <a:cubicBezTo>
                    <a:pt x="9399" y="10558"/>
                    <a:pt x="9501" y="10531"/>
                    <a:pt x="9578" y="10492"/>
                  </a:cubicBezTo>
                  <a:lnTo>
                    <a:pt x="10524" y="9547"/>
                  </a:lnTo>
                  <a:cubicBezTo>
                    <a:pt x="10650" y="9421"/>
                    <a:pt x="10650" y="9263"/>
                    <a:pt x="10555" y="9106"/>
                  </a:cubicBezTo>
                  <a:lnTo>
                    <a:pt x="10303" y="8601"/>
                  </a:lnTo>
                  <a:cubicBezTo>
                    <a:pt x="10618" y="8129"/>
                    <a:pt x="10807" y="7562"/>
                    <a:pt x="10933" y="7026"/>
                  </a:cubicBezTo>
                  <a:lnTo>
                    <a:pt x="11500" y="6869"/>
                  </a:lnTo>
                  <a:cubicBezTo>
                    <a:pt x="11658" y="6806"/>
                    <a:pt x="11784" y="6711"/>
                    <a:pt x="11784" y="6554"/>
                  </a:cubicBezTo>
                  <a:lnTo>
                    <a:pt x="11784" y="5167"/>
                  </a:lnTo>
                  <a:cubicBezTo>
                    <a:pt x="11752" y="5041"/>
                    <a:pt x="11658" y="4915"/>
                    <a:pt x="11500" y="4884"/>
                  </a:cubicBezTo>
                  <a:lnTo>
                    <a:pt x="10902" y="4726"/>
                  </a:lnTo>
                  <a:cubicBezTo>
                    <a:pt x="10807" y="4191"/>
                    <a:pt x="10555" y="3687"/>
                    <a:pt x="10272" y="3151"/>
                  </a:cubicBezTo>
                  <a:lnTo>
                    <a:pt x="10555" y="2647"/>
                  </a:lnTo>
                  <a:cubicBezTo>
                    <a:pt x="10650" y="2521"/>
                    <a:pt x="10587" y="2332"/>
                    <a:pt x="10524" y="2206"/>
                  </a:cubicBezTo>
                  <a:lnTo>
                    <a:pt x="9578" y="1261"/>
                  </a:lnTo>
                  <a:cubicBezTo>
                    <a:pt x="9509" y="1209"/>
                    <a:pt x="9430" y="1185"/>
                    <a:pt x="9347" y="1185"/>
                  </a:cubicBezTo>
                  <a:cubicBezTo>
                    <a:pt x="9279" y="1185"/>
                    <a:pt x="9208" y="1201"/>
                    <a:pt x="9137" y="1229"/>
                  </a:cubicBezTo>
                  <a:lnTo>
                    <a:pt x="8633" y="1513"/>
                  </a:lnTo>
                  <a:cubicBezTo>
                    <a:pt x="8161" y="1198"/>
                    <a:pt x="7594" y="977"/>
                    <a:pt x="7058" y="883"/>
                  </a:cubicBezTo>
                  <a:lnTo>
                    <a:pt x="6901" y="284"/>
                  </a:lnTo>
                  <a:cubicBezTo>
                    <a:pt x="6869" y="127"/>
                    <a:pt x="6743" y="1"/>
                    <a:pt x="65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897;p146">
              <a:extLst>
                <a:ext uri="{FF2B5EF4-FFF2-40B4-BE49-F238E27FC236}">
                  <a16:creationId xmlns:a16="http://schemas.microsoft.com/office/drawing/2014/main" id="{F5255088-E38B-3A77-C937-719D28AD4E7F}"/>
                </a:ext>
              </a:extLst>
            </p:cNvPr>
            <p:cNvSpPr/>
            <p:nvPr/>
          </p:nvSpPr>
          <p:spPr>
            <a:xfrm>
              <a:off x="-31455100" y="3997350"/>
              <a:ext cx="215050" cy="205025"/>
            </a:xfrm>
            <a:custGeom>
              <a:avLst/>
              <a:gdLst/>
              <a:ahLst/>
              <a:cxnLst/>
              <a:rect l="l" t="t" r="r" b="b"/>
              <a:pathLst>
                <a:path w="8602" h="8201" extrusionOk="0">
                  <a:moveTo>
                    <a:pt x="5939" y="0"/>
                  </a:moveTo>
                  <a:cubicBezTo>
                    <a:pt x="4729" y="0"/>
                    <a:pt x="3750" y="854"/>
                    <a:pt x="3561" y="1963"/>
                  </a:cubicBezTo>
                  <a:cubicBezTo>
                    <a:pt x="3466" y="2404"/>
                    <a:pt x="3498" y="2813"/>
                    <a:pt x="3624" y="3223"/>
                  </a:cubicBezTo>
                  <a:lnTo>
                    <a:pt x="410" y="6468"/>
                  </a:lnTo>
                  <a:cubicBezTo>
                    <a:pt x="1" y="6846"/>
                    <a:pt x="1" y="7507"/>
                    <a:pt x="410" y="7917"/>
                  </a:cubicBezTo>
                  <a:cubicBezTo>
                    <a:pt x="600" y="8106"/>
                    <a:pt x="852" y="8200"/>
                    <a:pt x="1111" y="8200"/>
                  </a:cubicBezTo>
                  <a:cubicBezTo>
                    <a:pt x="1371" y="8200"/>
                    <a:pt x="1639" y="8106"/>
                    <a:pt x="1860" y="7917"/>
                  </a:cubicBezTo>
                  <a:lnTo>
                    <a:pt x="5136" y="4640"/>
                  </a:lnTo>
                  <a:cubicBezTo>
                    <a:pt x="5388" y="4735"/>
                    <a:pt x="5664" y="4782"/>
                    <a:pt x="5947" y="4782"/>
                  </a:cubicBezTo>
                  <a:cubicBezTo>
                    <a:pt x="6231" y="4782"/>
                    <a:pt x="6522" y="4735"/>
                    <a:pt x="6806" y="4640"/>
                  </a:cubicBezTo>
                  <a:cubicBezTo>
                    <a:pt x="7846" y="4294"/>
                    <a:pt x="8602" y="3065"/>
                    <a:pt x="8224" y="1773"/>
                  </a:cubicBezTo>
                  <a:cubicBezTo>
                    <a:pt x="8192" y="1647"/>
                    <a:pt x="8129" y="1553"/>
                    <a:pt x="8003" y="1521"/>
                  </a:cubicBezTo>
                  <a:cubicBezTo>
                    <a:pt x="7972" y="1514"/>
                    <a:pt x="7942" y="1510"/>
                    <a:pt x="7914" y="1510"/>
                  </a:cubicBezTo>
                  <a:cubicBezTo>
                    <a:pt x="7830" y="1510"/>
                    <a:pt x="7759" y="1545"/>
                    <a:pt x="7688" y="1616"/>
                  </a:cubicBezTo>
                  <a:lnTo>
                    <a:pt x="6901" y="2404"/>
                  </a:lnTo>
                  <a:cubicBezTo>
                    <a:pt x="6759" y="2530"/>
                    <a:pt x="6578" y="2593"/>
                    <a:pt x="6400" y="2593"/>
                  </a:cubicBezTo>
                  <a:cubicBezTo>
                    <a:pt x="6223" y="2593"/>
                    <a:pt x="6050" y="2530"/>
                    <a:pt x="5924" y="2404"/>
                  </a:cubicBezTo>
                  <a:cubicBezTo>
                    <a:pt x="5640" y="2120"/>
                    <a:pt x="5640" y="1679"/>
                    <a:pt x="5924" y="1395"/>
                  </a:cubicBezTo>
                  <a:lnTo>
                    <a:pt x="6711" y="608"/>
                  </a:lnTo>
                  <a:cubicBezTo>
                    <a:pt x="6774" y="545"/>
                    <a:pt x="6806" y="419"/>
                    <a:pt x="6774" y="293"/>
                  </a:cubicBezTo>
                  <a:cubicBezTo>
                    <a:pt x="6743" y="198"/>
                    <a:pt x="6648" y="104"/>
                    <a:pt x="6554" y="72"/>
                  </a:cubicBezTo>
                  <a:cubicBezTo>
                    <a:pt x="6344" y="23"/>
                    <a:pt x="6139" y="0"/>
                    <a:pt x="59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013414-A30B-356E-A802-19A47677F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301" y="335974"/>
            <a:ext cx="6706699" cy="4471552"/>
          </a:xfrm>
          <a:prstGeom prst="rect">
            <a:avLst/>
          </a:prstGeom>
        </p:spPr>
      </p:pic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-1187565" y="3176159"/>
            <a:ext cx="74529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dirty="0">
                <a:solidFill>
                  <a:schemeClr val="tx2">
                    <a:lumMod val="75000"/>
                  </a:schemeClr>
                </a:solidFill>
              </a:rPr>
              <a:t>Customer</a:t>
            </a:r>
            <a:r>
              <a:rPr lang="en-GB" sz="4400" dirty="0">
                <a:solidFill>
                  <a:srgbClr val="0070C0"/>
                </a:solidFill>
              </a:rPr>
              <a:t> Complaint Work</a:t>
            </a:r>
            <a:r>
              <a:rPr lang="en-GB" sz="4400" dirty="0">
                <a:solidFill>
                  <a:schemeClr val="tx2">
                    <a:lumMod val="75000"/>
                  </a:schemeClr>
                </a:solidFill>
              </a:rPr>
              <a:t>flow</a:t>
            </a:r>
            <a:endParaRPr sz="4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C12E8-69AF-C1EC-5087-DBC254C7C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Customer Fault Resolution Process</a:t>
            </a:r>
            <a:br>
              <a:rPr lang="en-US" dirty="0"/>
            </a:br>
            <a:endParaRPr lang="en-GB" dirty="0"/>
          </a:p>
        </p:txBody>
      </p:sp>
      <p:graphicFrame>
        <p:nvGraphicFramePr>
          <p:cNvPr id="3" name="TextBox 5">
            <a:extLst>
              <a:ext uri="{FF2B5EF4-FFF2-40B4-BE49-F238E27FC236}">
                <a16:creationId xmlns:a16="http://schemas.microsoft.com/office/drawing/2014/main" id="{AF0B71F1-36B3-FEEC-E302-18CE384344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6484083"/>
              </p:ext>
            </p:extLst>
          </p:nvPr>
        </p:nvGraphicFramePr>
        <p:xfrm>
          <a:off x="226765" y="1126689"/>
          <a:ext cx="8690420" cy="34001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4778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A54A12-18F4-208B-7E4D-786E8BE63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023" y="343024"/>
            <a:ext cx="6674977" cy="4457451"/>
          </a:xfrm>
          <a:prstGeom prst="rect">
            <a:avLst/>
          </a:prstGeom>
          <a:ln>
            <a:noFill/>
          </a:ln>
        </p:spPr>
      </p:pic>
      <p:sp>
        <p:nvSpPr>
          <p:cNvPr id="657" name="Google Shape;657;p76"/>
          <p:cNvSpPr txBox="1">
            <a:spLocks noGrp="1"/>
          </p:cNvSpPr>
          <p:nvPr>
            <p:ph type="body" idx="1"/>
          </p:nvPr>
        </p:nvSpPr>
        <p:spPr>
          <a:xfrm>
            <a:off x="137491" y="441927"/>
            <a:ext cx="3557100" cy="9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Benefits</a:t>
            </a:r>
          </a:p>
        </p:txBody>
      </p:sp>
      <p:sp>
        <p:nvSpPr>
          <p:cNvPr id="5" name="Google Shape;566;p68">
            <a:extLst>
              <a:ext uri="{FF2B5EF4-FFF2-40B4-BE49-F238E27FC236}">
                <a16:creationId xmlns:a16="http://schemas.microsoft.com/office/drawing/2014/main" id="{E1AD8C0D-BF69-0BAB-40CD-E0B0F203BE3B}"/>
              </a:ext>
            </a:extLst>
          </p:cNvPr>
          <p:cNvSpPr txBox="1">
            <a:spLocks/>
          </p:cNvSpPr>
          <p:nvPr/>
        </p:nvSpPr>
        <p:spPr>
          <a:xfrm>
            <a:off x="-1" y="1419626"/>
            <a:ext cx="2596445" cy="220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3000" b="0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/>
                <a:sym typeface="Montserrat"/>
              </a:rPr>
              <a:t>Faster response time </a:t>
            </a:r>
          </a:p>
          <a:p>
            <a:pPr marL="0" indent="0"/>
            <a:endParaRPr lang="en-US" sz="1400" dirty="0">
              <a:latin typeface="Montserrat"/>
              <a:sym typeface="Montserra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/>
                <a:sym typeface="Montserrat"/>
              </a:rPr>
              <a:t>Transparent tracking </a:t>
            </a:r>
          </a:p>
          <a:p>
            <a:pPr marL="0" indent="0"/>
            <a:endParaRPr lang="en-US" sz="1400" dirty="0">
              <a:latin typeface="Montserrat"/>
              <a:sym typeface="Montserra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/>
                <a:sym typeface="Montserrat"/>
              </a:rPr>
              <a:t>Improved customer satisfaction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0057F484-53F1-A730-5DFA-E04943BFF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>
            <a:extLst>
              <a:ext uri="{FF2B5EF4-FFF2-40B4-BE49-F238E27FC236}">
                <a16:creationId xmlns:a16="http://schemas.microsoft.com/office/drawing/2014/main" id="{F1C0113A-C6C2-777C-D0AA-51B02141C2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76888" y="1527980"/>
            <a:ext cx="5521383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dirty="0"/>
              <a:t>Network Incident </a:t>
            </a:r>
            <a:br>
              <a:rPr lang="en-GB" sz="4400" dirty="0"/>
            </a:br>
            <a:r>
              <a:rPr lang="en-GB" sz="4400" dirty="0"/>
              <a:t>Workflow </a:t>
            </a:r>
            <a:endParaRPr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EE438-EA86-5289-41FF-4C12123D0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933"/>
            <a:ext cx="4400220" cy="462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952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1">
          <a:extLst>
            <a:ext uri="{FF2B5EF4-FFF2-40B4-BE49-F238E27FC236}">
              <a16:creationId xmlns:a16="http://schemas.microsoft.com/office/drawing/2014/main" id="{A59433C5-E5A3-4671-7512-C39E8100E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126">
            <a:extLst>
              <a:ext uri="{FF2B5EF4-FFF2-40B4-BE49-F238E27FC236}">
                <a16:creationId xmlns:a16="http://schemas.microsoft.com/office/drawing/2014/main" id="{6A1B5559-D012-E242-BA14-3E472887EB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9340" y="345024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Workflow Process</a:t>
            </a:r>
            <a:endParaRPr dirty="0"/>
          </a:p>
        </p:txBody>
      </p:sp>
      <p:sp>
        <p:nvSpPr>
          <p:cNvPr id="1793" name="Google Shape;1793;p126">
            <a:extLst>
              <a:ext uri="{FF2B5EF4-FFF2-40B4-BE49-F238E27FC236}">
                <a16:creationId xmlns:a16="http://schemas.microsoft.com/office/drawing/2014/main" id="{9E9CBD4B-B356-C83C-7126-AC0244F0C217}"/>
              </a:ext>
            </a:extLst>
          </p:cNvPr>
          <p:cNvSpPr/>
          <p:nvPr/>
        </p:nvSpPr>
        <p:spPr>
          <a:xfrm>
            <a:off x="190853" y="1048118"/>
            <a:ext cx="1842059" cy="1299971"/>
          </a:xfrm>
          <a:custGeom>
            <a:avLst/>
            <a:gdLst/>
            <a:ahLst/>
            <a:cxnLst/>
            <a:rect l="l" t="t" r="r" b="b"/>
            <a:pathLst>
              <a:path w="33312" h="69888" fill="none" extrusionOk="0">
                <a:moveTo>
                  <a:pt x="7101" y="0"/>
                </a:moveTo>
                <a:lnTo>
                  <a:pt x="28753" y="0"/>
                </a:lnTo>
                <a:cubicBezTo>
                  <a:pt x="31273" y="0"/>
                  <a:pt x="33311" y="2039"/>
                  <a:pt x="33289" y="4559"/>
                </a:cubicBezTo>
                <a:lnTo>
                  <a:pt x="33289" y="65351"/>
                </a:lnTo>
                <a:cubicBezTo>
                  <a:pt x="33289" y="67849"/>
                  <a:pt x="31273" y="69887"/>
                  <a:pt x="28753" y="69887"/>
                </a:cubicBezTo>
                <a:lnTo>
                  <a:pt x="4559" y="69887"/>
                </a:lnTo>
                <a:cubicBezTo>
                  <a:pt x="2039" y="69887"/>
                  <a:pt x="1" y="67849"/>
                  <a:pt x="1" y="65351"/>
                </a:cubicBezTo>
                <a:lnTo>
                  <a:pt x="1" y="19768"/>
                </a:lnTo>
              </a:path>
            </a:pathLst>
          </a:custGeom>
          <a:noFill/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94" name="Google Shape;1794;p126">
            <a:extLst>
              <a:ext uri="{FF2B5EF4-FFF2-40B4-BE49-F238E27FC236}">
                <a16:creationId xmlns:a16="http://schemas.microsoft.com/office/drawing/2014/main" id="{BD2A1445-4426-EB2F-D013-F16DAD4A7BF9}"/>
              </a:ext>
            </a:extLst>
          </p:cNvPr>
          <p:cNvSpPr/>
          <p:nvPr/>
        </p:nvSpPr>
        <p:spPr>
          <a:xfrm>
            <a:off x="6930140" y="1047081"/>
            <a:ext cx="1925168" cy="1329650"/>
          </a:xfrm>
          <a:custGeom>
            <a:avLst/>
            <a:gdLst/>
            <a:ahLst/>
            <a:cxnLst/>
            <a:rect l="l" t="t" r="r" b="b"/>
            <a:pathLst>
              <a:path w="33311" h="69888" fill="none" extrusionOk="0">
                <a:moveTo>
                  <a:pt x="7101" y="0"/>
                </a:moveTo>
                <a:lnTo>
                  <a:pt x="28753" y="0"/>
                </a:lnTo>
                <a:cubicBezTo>
                  <a:pt x="31273" y="0"/>
                  <a:pt x="33311" y="2039"/>
                  <a:pt x="33311" y="4559"/>
                </a:cubicBezTo>
                <a:lnTo>
                  <a:pt x="33311" y="65351"/>
                </a:lnTo>
                <a:cubicBezTo>
                  <a:pt x="33311" y="67849"/>
                  <a:pt x="31273" y="69887"/>
                  <a:pt x="28753" y="69887"/>
                </a:cubicBezTo>
                <a:lnTo>
                  <a:pt x="4558" y="69887"/>
                </a:lnTo>
                <a:cubicBezTo>
                  <a:pt x="2038" y="69887"/>
                  <a:pt x="0" y="67849"/>
                  <a:pt x="0" y="65351"/>
                </a:cubicBezTo>
                <a:lnTo>
                  <a:pt x="0" y="19768"/>
                </a:lnTo>
              </a:path>
            </a:pathLst>
          </a:custGeom>
          <a:noFill/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5" name="Google Shape;1795;p126">
            <a:extLst>
              <a:ext uri="{FF2B5EF4-FFF2-40B4-BE49-F238E27FC236}">
                <a16:creationId xmlns:a16="http://schemas.microsoft.com/office/drawing/2014/main" id="{7A07F526-F4D9-24EF-0B77-C58A8E5668AC}"/>
              </a:ext>
            </a:extLst>
          </p:cNvPr>
          <p:cNvSpPr/>
          <p:nvPr/>
        </p:nvSpPr>
        <p:spPr>
          <a:xfrm>
            <a:off x="4641815" y="1018440"/>
            <a:ext cx="1925168" cy="1329650"/>
          </a:xfrm>
          <a:custGeom>
            <a:avLst/>
            <a:gdLst/>
            <a:ahLst/>
            <a:cxnLst/>
            <a:rect l="l" t="t" r="r" b="b"/>
            <a:pathLst>
              <a:path w="33290" h="69888" fill="none" extrusionOk="0">
                <a:moveTo>
                  <a:pt x="7079" y="0"/>
                </a:moveTo>
                <a:lnTo>
                  <a:pt x="28753" y="0"/>
                </a:lnTo>
                <a:cubicBezTo>
                  <a:pt x="31251" y="0"/>
                  <a:pt x="33289" y="2039"/>
                  <a:pt x="33289" y="4559"/>
                </a:cubicBezTo>
                <a:lnTo>
                  <a:pt x="33289" y="65351"/>
                </a:lnTo>
                <a:cubicBezTo>
                  <a:pt x="33289" y="67849"/>
                  <a:pt x="31251" y="69887"/>
                  <a:pt x="28753" y="69887"/>
                </a:cubicBezTo>
                <a:lnTo>
                  <a:pt x="4559" y="69887"/>
                </a:lnTo>
                <a:cubicBezTo>
                  <a:pt x="2039" y="69887"/>
                  <a:pt x="1" y="67849"/>
                  <a:pt x="1" y="65351"/>
                </a:cubicBezTo>
                <a:lnTo>
                  <a:pt x="1" y="19768"/>
                </a:lnTo>
              </a:path>
            </a:pathLst>
          </a:custGeom>
          <a:noFill/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6" name="Google Shape;1796;p126">
            <a:extLst>
              <a:ext uri="{FF2B5EF4-FFF2-40B4-BE49-F238E27FC236}">
                <a16:creationId xmlns:a16="http://schemas.microsoft.com/office/drawing/2014/main" id="{1BC6D809-5768-B826-9E3F-F440F8169BE1}"/>
              </a:ext>
            </a:extLst>
          </p:cNvPr>
          <p:cNvSpPr/>
          <p:nvPr/>
        </p:nvSpPr>
        <p:spPr>
          <a:xfrm>
            <a:off x="2383289" y="1025859"/>
            <a:ext cx="1842060" cy="1322230"/>
          </a:xfrm>
          <a:custGeom>
            <a:avLst/>
            <a:gdLst/>
            <a:ahLst/>
            <a:cxnLst/>
            <a:rect l="l" t="t" r="r" b="b"/>
            <a:pathLst>
              <a:path w="33290" h="69888" fill="none" extrusionOk="0">
                <a:moveTo>
                  <a:pt x="7079" y="0"/>
                </a:moveTo>
                <a:lnTo>
                  <a:pt x="28731" y="0"/>
                </a:lnTo>
                <a:cubicBezTo>
                  <a:pt x="31251" y="0"/>
                  <a:pt x="33289" y="2039"/>
                  <a:pt x="33289" y="4559"/>
                </a:cubicBezTo>
                <a:lnTo>
                  <a:pt x="33289" y="65351"/>
                </a:lnTo>
                <a:cubicBezTo>
                  <a:pt x="33289" y="67849"/>
                  <a:pt x="31251" y="69887"/>
                  <a:pt x="28731" y="69887"/>
                </a:cubicBezTo>
                <a:lnTo>
                  <a:pt x="4537" y="69887"/>
                </a:lnTo>
                <a:cubicBezTo>
                  <a:pt x="2038" y="69887"/>
                  <a:pt x="0" y="67849"/>
                  <a:pt x="0" y="65351"/>
                </a:cubicBezTo>
                <a:lnTo>
                  <a:pt x="0" y="19768"/>
                </a:lnTo>
              </a:path>
            </a:pathLst>
          </a:custGeom>
          <a:noFill/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7" name="Google Shape;1797;p126">
            <a:extLst>
              <a:ext uri="{FF2B5EF4-FFF2-40B4-BE49-F238E27FC236}">
                <a16:creationId xmlns:a16="http://schemas.microsoft.com/office/drawing/2014/main" id="{6BE5624E-69FE-C069-0B81-618FA4E0F6A6}"/>
              </a:ext>
            </a:extLst>
          </p:cNvPr>
          <p:cNvSpPr/>
          <p:nvPr/>
        </p:nvSpPr>
        <p:spPr>
          <a:xfrm>
            <a:off x="4391564" y="1697810"/>
            <a:ext cx="75328" cy="81013"/>
          </a:xfrm>
          <a:custGeom>
            <a:avLst/>
            <a:gdLst/>
            <a:ahLst/>
            <a:cxnLst/>
            <a:rect l="l" t="t" r="r" b="b"/>
            <a:pathLst>
              <a:path w="3485" h="3748" extrusionOk="0">
                <a:moveTo>
                  <a:pt x="2302" y="0"/>
                </a:moveTo>
                <a:lnTo>
                  <a:pt x="0" y="3748"/>
                </a:lnTo>
                <a:lnTo>
                  <a:pt x="1184" y="3748"/>
                </a:lnTo>
                <a:lnTo>
                  <a:pt x="3485" y="0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8" name="Google Shape;1798;p126">
            <a:extLst>
              <a:ext uri="{FF2B5EF4-FFF2-40B4-BE49-F238E27FC236}">
                <a16:creationId xmlns:a16="http://schemas.microsoft.com/office/drawing/2014/main" id="{6C1CD112-E886-4FC6-78E1-958D88075B9E}"/>
              </a:ext>
            </a:extLst>
          </p:cNvPr>
          <p:cNvSpPr/>
          <p:nvPr/>
        </p:nvSpPr>
        <p:spPr>
          <a:xfrm>
            <a:off x="4391564" y="1617273"/>
            <a:ext cx="75328" cy="80559"/>
          </a:xfrm>
          <a:custGeom>
            <a:avLst/>
            <a:gdLst/>
            <a:ahLst/>
            <a:cxnLst/>
            <a:rect l="l" t="t" r="r" b="b"/>
            <a:pathLst>
              <a:path w="3485" h="3727" extrusionOk="0">
                <a:moveTo>
                  <a:pt x="0" y="1"/>
                </a:moveTo>
                <a:lnTo>
                  <a:pt x="2302" y="3726"/>
                </a:lnTo>
                <a:lnTo>
                  <a:pt x="3485" y="3726"/>
                </a:lnTo>
                <a:lnTo>
                  <a:pt x="1184" y="1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9" name="Google Shape;1799;p126">
            <a:extLst>
              <a:ext uri="{FF2B5EF4-FFF2-40B4-BE49-F238E27FC236}">
                <a16:creationId xmlns:a16="http://schemas.microsoft.com/office/drawing/2014/main" id="{510907A3-369C-B060-3102-181591BFCA20}"/>
              </a:ext>
            </a:extLst>
          </p:cNvPr>
          <p:cNvSpPr/>
          <p:nvPr/>
        </p:nvSpPr>
        <p:spPr>
          <a:xfrm>
            <a:off x="4451719" y="1697810"/>
            <a:ext cx="75350" cy="81013"/>
          </a:xfrm>
          <a:custGeom>
            <a:avLst/>
            <a:gdLst/>
            <a:ahLst/>
            <a:cxnLst/>
            <a:rect l="l" t="t" r="r" b="b"/>
            <a:pathLst>
              <a:path w="3486" h="3748" extrusionOk="0">
                <a:moveTo>
                  <a:pt x="2302" y="0"/>
                </a:moveTo>
                <a:lnTo>
                  <a:pt x="1" y="3748"/>
                </a:lnTo>
                <a:lnTo>
                  <a:pt x="1184" y="3748"/>
                </a:lnTo>
                <a:lnTo>
                  <a:pt x="3485" y="0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0" name="Google Shape;1800;p126">
            <a:extLst>
              <a:ext uri="{FF2B5EF4-FFF2-40B4-BE49-F238E27FC236}">
                <a16:creationId xmlns:a16="http://schemas.microsoft.com/office/drawing/2014/main" id="{1C8AEB39-98E5-57A5-4031-BAA8C3A63C0E}"/>
              </a:ext>
            </a:extLst>
          </p:cNvPr>
          <p:cNvSpPr/>
          <p:nvPr/>
        </p:nvSpPr>
        <p:spPr>
          <a:xfrm>
            <a:off x="4451719" y="1617273"/>
            <a:ext cx="75350" cy="80559"/>
          </a:xfrm>
          <a:custGeom>
            <a:avLst/>
            <a:gdLst/>
            <a:ahLst/>
            <a:cxnLst/>
            <a:rect l="l" t="t" r="r" b="b"/>
            <a:pathLst>
              <a:path w="3486" h="3727" extrusionOk="0">
                <a:moveTo>
                  <a:pt x="1" y="1"/>
                </a:moveTo>
                <a:lnTo>
                  <a:pt x="2302" y="3726"/>
                </a:lnTo>
                <a:lnTo>
                  <a:pt x="3485" y="3726"/>
                </a:lnTo>
                <a:lnTo>
                  <a:pt x="1184" y="1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1" name="Google Shape;1801;p126">
            <a:extLst>
              <a:ext uri="{FF2B5EF4-FFF2-40B4-BE49-F238E27FC236}">
                <a16:creationId xmlns:a16="http://schemas.microsoft.com/office/drawing/2014/main" id="{AAEF995E-DA2F-6E81-BF81-2E3A1D67575E}"/>
              </a:ext>
            </a:extLst>
          </p:cNvPr>
          <p:cNvSpPr/>
          <p:nvPr/>
        </p:nvSpPr>
        <p:spPr>
          <a:xfrm>
            <a:off x="2153705" y="1697832"/>
            <a:ext cx="74853" cy="81013"/>
          </a:xfrm>
          <a:custGeom>
            <a:avLst/>
            <a:gdLst/>
            <a:ahLst/>
            <a:cxnLst/>
            <a:rect l="l" t="t" r="r" b="b"/>
            <a:pathLst>
              <a:path w="3463" h="3748" extrusionOk="0">
                <a:moveTo>
                  <a:pt x="2279" y="0"/>
                </a:moveTo>
                <a:lnTo>
                  <a:pt x="0" y="3748"/>
                </a:lnTo>
                <a:lnTo>
                  <a:pt x="1183" y="3748"/>
                </a:lnTo>
                <a:lnTo>
                  <a:pt x="3463" y="0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2" name="Google Shape;1802;p126">
            <a:extLst>
              <a:ext uri="{FF2B5EF4-FFF2-40B4-BE49-F238E27FC236}">
                <a16:creationId xmlns:a16="http://schemas.microsoft.com/office/drawing/2014/main" id="{1B995C27-B0C6-3BA3-27BE-B847E452F317}"/>
              </a:ext>
            </a:extLst>
          </p:cNvPr>
          <p:cNvSpPr/>
          <p:nvPr/>
        </p:nvSpPr>
        <p:spPr>
          <a:xfrm>
            <a:off x="2153705" y="1617295"/>
            <a:ext cx="74853" cy="80559"/>
          </a:xfrm>
          <a:custGeom>
            <a:avLst/>
            <a:gdLst/>
            <a:ahLst/>
            <a:cxnLst/>
            <a:rect l="l" t="t" r="r" b="b"/>
            <a:pathLst>
              <a:path w="3463" h="3727" extrusionOk="0">
                <a:moveTo>
                  <a:pt x="0" y="1"/>
                </a:moveTo>
                <a:lnTo>
                  <a:pt x="2279" y="3726"/>
                </a:lnTo>
                <a:lnTo>
                  <a:pt x="3463" y="3726"/>
                </a:lnTo>
                <a:lnTo>
                  <a:pt x="1183" y="1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3" name="Google Shape;1803;p126">
            <a:extLst>
              <a:ext uri="{FF2B5EF4-FFF2-40B4-BE49-F238E27FC236}">
                <a16:creationId xmlns:a16="http://schemas.microsoft.com/office/drawing/2014/main" id="{2FB06B0A-81BE-0E45-A9FF-FCE3797D71CB}"/>
              </a:ext>
            </a:extLst>
          </p:cNvPr>
          <p:cNvSpPr/>
          <p:nvPr/>
        </p:nvSpPr>
        <p:spPr>
          <a:xfrm>
            <a:off x="2213860" y="1697832"/>
            <a:ext cx="75328" cy="81013"/>
          </a:xfrm>
          <a:custGeom>
            <a:avLst/>
            <a:gdLst/>
            <a:ahLst/>
            <a:cxnLst/>
            <a:rect l="l" t="t" r="r" b="b"/>
            <a:pathLst>
              <a:path w="3485" h="3748" extrusionOk="0">
                <a:moveTo>
                  <a:pt x="2301" y="0"/>
                </a:moveTo>
                <a:lnTo>
                  <a:pt x="0" y="3748"/>
                </a:lnTo>
                <a:lnTo>
                  <a:pt x="1184" y="3748"/>
                </a:lnTo>
                <a:lnTo>
                  <a:pt x="3485" y="0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4" name="Google Shape;1804;p126">
            <a:extLst>
              <a:ext uri="{FF2B5EF4-FFF2-40B4-BE49-F238E27FC236}">
                <a16:creationId xmlns:a16="http://schemas.microsoft.com/office/drawing/2014/main" id="{C9109E9B-E9EC-CF63-3967-35585F2B4296}"/>
              </a:ext>
            </a:extLst>
          </p:cNvPr>
          <p:cNvSpPr/>
          <p:nvPr/>
        </p:nvSpPr>
        <p:spPr>
          <a:xfrm>
            <a:off x="2213860" y="1617295"/>
            <a:ext cx="75328" cy="80559"/>
          </a:xfrm>
          <a:custGeom>
            <a:avLst/>
            <a:gdLst/>
            <a:ahLst/>
            <a:cxnLst/>
            <a:rect l="l" t="t" r="r" b="b"/>
            <a:pathLst>
              <a:path w="3485" h="3727" extrusionOk="0">
                <a:moveTo>
                  <a:pt x="0" y="1"/>
                </a:moveTo>
                <a:lnTo>
                  <a:pt x="2301" y="3726"/>
                </a:lnTo>
                <a:lnTo>
                  <a:pt x="3485" y="3726"/>
                </a:lnTo>
                <a:lnTo>
                  <a:pt x="1184" y="1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5" name="Google Shape;1805;p126">
            <a:extLst>
              <a:ext uri="{FF2B5EF4-FFF2-40B4-BE49-F238E27FC236}">
                <a16:creationId xmlns:a16="http://schemas.microsoft.com/office/drawing/2014/main" id="{A4531CDE-6A81-7DB1-225C-E6D51415731D}"/>
              </a:ext>
            </a:extLst>
          </p:cNvPr>
          <p:cNvSpPr/>
          <p:nvPr/>
        </p:nvSpPr>
        <p:spPr>
          <a:xfrm>
            <a:off x="6681729" y="1697789"/>
            <a:ext cx="75328" cy="81013"/>
          </a:xfrm>
          <a:custGeom>
            <a:avLst/>
            <a:gdLst/>
            <a:ahLst/>
            <a:cxnLst/>
            <a:rect l="l" t="t" r="r" b="b"/>
            <a:pathLst>
              <a:path w="3485" h="3748" extrusionOk="0">
                <a:moveTo>
                  <a:pt x="2301" y="0"/>
                </a:moveTo>
                <a:lnTo>
                  <a:pt x="0" y="3748"/>
                </a:lnTo>
                <a:lnTo>
                  <a:pt x="1184" y="3748"/>
                </a:lnTo>
                <a:lnTo>
                  <a:pt x="3485" y="0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6" name="Google Shape;1806;p126">
            <a:extLst>
              <a:ext uri="{FF2B5EF4-FFF2-40B4-BE49-F238E27FC236}">
                <a16:creationId xmlns:a16="http://schemas.microsoft.com/office/drawing/2014/main" id="{A0202F04-1F12-CDCA-0013-9982CB4B7589}"/>
              </a:ext>
            </a:extLst>
          </p:cNvPr>
          <p:cNvSpPr/>
          <p:nvPr/>
        </p:nvSpPr>
        <p:spPr>
          <a:xfrm>
            <a:off x="6681729" y="1617252"/>
            <a:ext cx="75328" cy="80559"/>
          </a:xfrm>
          <a:custGeom>
            <a:avLst/>
            <a:gdLst/>
            <a:ahLst/>
            <a:cxnLst/>
            <a:rect l="l" t="t" r="r" b="b"/>
            <a:pathLst>
              <a:path w="3485" h="3727" extrusionOk="0">
                <a:moveTo>
                  <a:pt x="0" y="1"/>
                </a:moveTo>
                <a:lnTo>
                  <a:pt x="2301" y="3726"/>
                </a:lnTo>
                <a:lnTo>
                  <a:pt x="3485" y="3726"/>
                </a:lnTo>
                <a:lnTo>
                  <a:pt x="1184" y="1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7" name="Google Shape;1807;p126">
            <a:extLst>
              <a:ext uri="{FF2B5EF4-FFF2-40B4-BE49-F238E27FC236}">
                <a16:creationId xmlns:a16="http://schemas.microsoft.com/office/drawing/2014/main" id="{3405CE03-97D6-7268-0818-86EE07A2C207}"/>
              </a:ext>
            </a:extLst>
          </p:cNvPr>
          <p:cNvSpPr/>
          <p:nvPr/>
        </p:nvSpPr>
        <p:spPr>
          <a:xfrm>
            <a:off x="6741884" y="1697789"/>
            <a:ext cx="75350" cy="81013"/>
          </a:xfrm>
          <a:custGeom>
            <a:avLst/>
            <a:gdLst/>
            <a:ahLst/>
            <a:cxnLst/>
            <a:rect l="l" t="t" r="r" b="b"/>
            <a:pathLst>
              <a:path w="3486" h="3748" extrusionOk="0">
                <a:moveTo>
                  <a:pt x="2302" y="0"/>
                </a:moveTo>
                <a:lnTo>
                  <a:pt x="1" y="3748"/>
                </a:lnTo>
                <a:lnTo>
                  <a:pt x="1184" y="3748"/>
                </a:lnTo>
                <a:lnTo>
                  <a:pt x="3485" y="0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8" name="Google Shape;1808;p126">
            <a:extLst>
              <a:ext uri="{FF2B5EF4-FFF2-40B4-BE49-F238E27FC236}">
                <a16:creationId xmlns:a16="http://schemas.microsoft.com/office/drawing/2014/main" id="{F3C8FF13-24EB-02EB-A039-D91AD6B09FCD}"/>
              </a:ext>
            </a:extLst>
          </p:cNvPr>
          <p:cNvSpPr/>
          <p:nvPr/>
        </p:nvSpPr>
        <p:spPr>
          <a:xfrm>
            <a:off x="6741884" y="1617251"/>
            <a:ext cx="75350" cy="80559"/>
          </a:xfrm>
          <a:custGeom>
            <a:avLst/>
            <a:gdLst/>
            <a:ahLst/>
            <a:cxnLst/>
            <a:rect l="l" t="t" r="r" b="b"/>
            <a:pathLst>
              <a:path w="3486" h="3727" extrusionOk="0">
                <a:moveTo>
                  <a:pt x="1" y="1"/>
                </a:moveTo>
                <a:lnTo>
                  <a:pt x="2302" y="3726"/>
                </a:lnTo>
                <a:lnTo>
                  <a:pt x="3485" y="3726"/>
                </a:lnTo>
                <a:lnTo>
                  <a:pt x="1184" y="1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774047-E868-327C-0844-5C75ACCAB8E2}"/>
              </a:ext>
            </a:extLst>
          </p:cNvPr>
          <p:cNvSpPr txBox="1"/>
          <p:nvPr/>
        </p:nvSpPr>
        <p:spPr>
          <a:xfrm>
            <a:off x="240027" y="1421655"/>
            <a:ext cx="17384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2"/>
              </a:buClr>
              <a:buSzPts val="1800"/>
            </a:pPr>
            <a:r>
              <a:rPr lang="en-US" dirty="0">
                <a:solidFill>
                  <a:schemeClr val="dk2"/>
                </a:solidFill>
                <a:latin typeface="Montserrat"/>
                <a:sym typeface="Vidaloka"/>
              </a:rPr>
              <a:t>Incident detected by NMS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C38E4B-7A77-6170-EC8B-C7012F34B2DE}"/>
              </a:ext>
            </a:extLst>
          </p:cNvPr>
          <p:cNvSpPr txBox="1"/>
          <p:nvPr/>
        </p:nvSpPr>
        <p:spPr>
          <a:xfrm>
            <a:off x="2432472" y="1280589"/>
            <a:ext cx="173848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2"/>
              </a:buClr>
              <a:buSzPts val="1800"/>
            </a:pPr>
            <a:r>
              <a:rPr lang="en-US" dirty="0">
                <a:solidFill>
                  <a:schemeClr val="dk2"/>
                </a:solidFill>
                <a:latin typeface="Montserrat"/>
                <a:sym typeface="Vidaloka"/>
              </a:rPr>
              <a:t>Ticket automatically generated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42C9EB-869E-DB6E-548F-C3658594D63A}"/>
              </a:ext>
            </a:extLst>
          </p:cNvPr>
          <p:cNvSpPr txBox="1"/>
          <p:nvPr/>
        </p:nvSpPr>
        <p:spPr>
          <a:xfrm>
            <a:off x="4735154" y="1247919"/>
            <a:ext cx="173848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2"/>
              </a:buClr>
              <a:buSzPts val="1800"/>
            </a:pPr>
            <a:r>
              <a:rPr lang="en-US" dirty="0">
                <a:solidFill>
                  <a:schemeClr val="dk2"/>
                </a:solidFill>
                <a:latin typeface="Montserrat"/>
                <a:sym typeface="Vidaloka"/>
              </a:rPr>
              <a:t>Assignment to responsible technician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FE18E-050E-4E0A-23E2-77D9CD158C4E}"/>
              </a:ext>
            </a:extLst>
          </p:cNvPr>
          <p:cNvSpPr txBox="1"/>
          <p:nvPr/>
        </p:nvSpPr>
        <p:spPr>
          <a:xfrm>
            <a:off x="6983449" y="1355641"/>
            <a:ext cx="17384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2"/>
              </a:buClr>
              <a:buSzPts val="1800"/>
            </a:pPr>
            <a:r>
              <a:rPr lang="en-US" dirty="0">
                <a:solidFill>
                  <a:schemeClr val="dk2"/>
                </a:solidFill>
                <a:latin typeface="Montserrat"/>
                <a:sym typeface="Vidaloka"/>
              </a:rPr>
              <a:t>Field troubleshooting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BB58AC4-7CE0-5B03-88F8-FA6B78489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816517" y="2486398"/>
            <a:ext cx="152413" cy="17070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CD35F9A-E58C-22AC-6DEE-45150D143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699009" y="3364699"/>
            <a:ext cx="152413" cy="170703"/>
          </a:xfrm>
          <a:prstGeom prst="rect">
            <a:avLst/>
          </a:prstGeom>
        </p:spPr>
      </p:pic>
      <p:sp>
        <p:nvSpPr>
          <p:cNvPr id="31" name="Google Shape;1794;p126">
            <a:extLst>
              <a:ext uri="{FF2B5EF4-FFF2-40B4-BE49-F238E27FC236}">
                <a16:creationId xmlns:a16="http://schemas.microsoft.com/office/drawing/2014/main" id="{56EB6430-E265-8BCE-3089-1CB8053DF4E7}"/>
              </a:ext>
            </a:extLst>
          </p:cNvPr>
          <p:cNvSpPr/>
          <p:nvPr/>
        </p:nvSpPr>
        <p:spPr>
          <a:xfrm>
            <a:off x="6983449" y="2784326"/>
            <a:ext cx="1925168" cy="1329650"/>
          </a:xfrm>
          <a:custGeom>
            <a:avLst/>
            <a:gdLst/>
            <a:ahLst/>
            <a:cxnLst/>
            <a:rect l="l" t="t" r="r" b="b"/>
            <a:pathLst>
              <a:path w="33311" h="69888" fill="none" extrusionOk="0">
                <a:moveTo>
                  <a:pt x="7101" y="0"/>
                </a:moveTo>
                <a:lnTo>
                  <a:pt x="28753" y="0"/>
                </a:lnTo>
                <a:cubicBezTo>
                  <a:pt x="31273" y="0"/>
                  <a:pt x="33311" y="2039"/>
                  <a:pt x="33311" y="4559"/>
                </a:cubicBezTo>
                <a:lnTo>
                  <a:pt x="33311" y="65351"/>
                </a:lnTo>
                <a:cubicBezTo>
                  <a:pt x="33311" y="67849"/>
                  <a:pt x="31273" y="69887"/>
                  <a:pt x="28753" y="69887"/>
                </a:cubicBezTo>
                <a:lnTo>
                  <a:pt x="4558" y="69887"/>
                </a:lnTo>
                <a:cubicBezTo>
                  <a:pt x="2038" y="69887"/>
                  <a:pt x="0" y="67849"/>
                  <a:pt x="0" y="65351"/>
                </a:cubicBezTo>
                <a:lnTo>
                  <a:pt x="0" y="19768"/>
                </a:lnTo>
              </a:path>
            </a:pathLst>
          </a:custGeom>
          <a:noFill/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1794;p126">
            <a:extLst>
              <a:ext uri="{FF2B5EF4-FFF2-40B4-BE49-F238E27FC236}">
                <a16:creationId xmlns:a16="http://schemas.microsoft.com/office/drawing/2014/main" id="{DE6C8E49-E3B3-AC22-68FE-061A6E2B6A5F}"/>
              </a:ext>
            </a:extLst>
          </p:cNvPr>
          <p:cNvSpPr/>
          <p:nvPr/>
        </p:nvSpPr>
        <p:spPr>
          <a:xfrm>
            <a:off x="4641815" y="2784326"/>
            <a:ext cx="1925168" cy="1329650"/>
          </a:xfrm>
          <a:custGeom>
            <a:avLst/>
            <a:gdLst/>
            <a:ahLst/>
            <a:cxnLst/>
            <a:rect l="l" t="t" r="r" b="b"/>
            <a:pathLst>
              <a:path w="33311" h="69888" fill="none" extrusionOk="0">
                <a:moveTo>
                  <a:pt x="7101" y="0"/>
                </a:moveTo>
                <a:lnTo>
                  <a:pt x="28753" y="0"/>
                </a:lnTo>
                <a:cubicBezTo>
                  <a:pt x="31273" y="0"/>
                  <a:pt x="33311" y="2039"/>
                  <a:pt x="33311" y="4559"/>
                </a:cubicBezTo>
                <a:lnTo>
                  <a:pt x="33311" y="65351"/>
                </a:lnTo>
                <a:cubicBezTo>
                  <a:pt x="33311" y="67849"/>
                  <a:pt x="31273" y="69887"/>
                  <a:pt x="28753" y="69887"/>
                </a:cubicBezTo>
                <a:lnTo>
                  <a:pt x="4558" y="69887"/>
                </a:lnTo>
                <a:cubicBezTo>
                  <a:pt x="2038" y="69887"/>
                  <a:pt x="0" y="67849"/>
                  <a:pt x="0" y="65351"/>
                </a:cubicBezTo>
                <a:lnTo>
                  <a:pt x="0" y="19768"/>
                </a:lnTo>
              </a:path>
            </a:pathLst>
          </a:custGeom>
          <a:noFill/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446245-2779-DC68-C005-362660013D8C}"/>
              </a:ext>
            </a:extLst>
          </p:cNvPr>
          <p:cNvSpPr txBox="1"/>
          <p:nvPr/>
        </p:nvSpPr>
        <p:spPr>
          <a:xfrm>
            <a:off x="7116819" y="3292404"/>
            <a:ext cx="17384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2"/>
              </a:buClr>
              <a:buSzPts val="1800"/>
            </a:pPr>
            <a:r>
              <a:rPr lang="en-US" dirty="0">
                <a:solidFill>
                  <a:schemeClr val="dk2"/>
                </a:solidFill>
                <a:latin typeface="Montserrat"/>
                <a:sym typeface="Vidaloka"/>
              </a:rPr>
              <a:t>NOC verification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33DCC0-500D-B269-62CE-829854A9BA00}"/>
              </a:ext>
            </a:extLst>
          </p:cNvPr>
          <p:cNvSpPr txBox="1"/>
          <p:nvPr/>
        </p:nvSpPr>
        <p:spPr>
          <a:xfrm>
            <a:off x="4752287" y="3292403"/>
            <a:ext cx="17384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2"/>
              </a:buClr>
              <a:buSzPts val="1800"/>
            </a:pPr>
            <a:r>
              <a:rPr lang="en-US" dirty="0">
                <a:solidFill>
                  <a:schemeClr val="dk2"/>
                </a:solidFill>
                <a:latin typeface="Montserrat"/>
                <a:sym typeface="Vidaloka"/>
              </a:rPr>
              <a:t>Ticket closure </a:t>
            </a:r>
          </a:p>
        </p:txBody>
      </p:sp>
      <p:sp>
        <p:nvSpPr>
          <p:cNvPr id="39" name="Content Placeholder 3">
            <a:extLst>
              <a:ext uri="{FF2B5EF4-FFF2-40B4-BE49-F238E27FC236}">
                <a16:creationId xmlns:a16="http://schemas.microsoft.com/office/drawing/2014/main" id="{BDF432EC-6A0B-E5E5-EA8E-9DE4F57CD57B}"/>
              </a:ext>
            </a:extLst>
          </p:cNvPr>
          <p:cNvSpPr txBox="1">
            <a:spLocks/>
          </p:cNvSpPr>
          <p:nvPr/>
        </p:nvSpPr>
        <p:spPr>
          <a:xfrm>
            <a:off x="265626" y="1976683"/>
            <a:ext cx="4138481" cy="2775946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2"/>
              </a:buClr>
              <a:buSzPts val="1800"/>
            </a:pPr>
            <a:r>
              <a:rPr lang="en-US" b="1" dirty="0">
                <a:solidFill>
                  <a:schemeClr val="dk2"/>
                </a:solidFill>
                <a:latin typeface="Montserrat"/>
              </a:rPr>
              <a:t>Source</a:t>
            </a:r>
          </a:p>
          <a:p>
            <a:pPr algn="ctr">
              <a:buClr>
                <a:schemeClr val="dk2"/>
              </a:buClr>
              <a:buSzPts val="1800"/>
            </a:pPr>
            <a:r>
              <a:rPr lang="en-US" dirty="0">
                <a:solidFill>
                  <a:schemeClr val="dk2"/>
                </a:solidFill>
                <a:latin typeface="Montserrat"/>
              </a:rPr>
              <a:t>Network Management System (NMS)</a:t>
            </a:r>
          </a:p>
          <a:p>
            <a:pPr algn="ctr">
              <a:buClr>
                <a:schemeClr val="dk2"/>
              </a:buClr>
              <a:buSzPts val="1800"/>
            </a:pPr>
            <a:endParaRPr lang="en-US" dirty="0">
              <a:solidFill>
                <a:schemeClr val="dk2"/>
              </a:solidFill>
              <a:latin typeface="Montserrat"/>
            </a:endParaRPr>
          </a:p>
          <a:p>
            <a:pPr algn="ctr">
              <a:buClr>
                <a:schemeClr val="dk2"/>
              </a:buClr>
              <a:buSzPts val="1800"/>
            </a:pPr>
            <a:r>
              <a:rPr lang="en-US" b="1" dirty="0">
                <a:solidFill>
                  <a:schemeClr val="dk2"/>
                </a:solidFill>
                <a:latin typeface="Montserrat"/>
              </a:rPr>
              <a:t>Key Benefit</a:t>
            </a:r>
          </a:p>
          <a:p>
            <a:pPr algn="ctr">
              <a:buClr>
                <a:schemeClr val="dk2"/>
              </a:buClr>
              <a:buSzPts val="1800"/>
            </a:pPr>
            <a:r>
              <a:rPr lang="en-US" dirty="0">
                <a:solidFill>
                  <a:schemeClr val="dk2"/>
                </a:solidFill>
                <a:latin typeface="Montserrat"/>
              </a:rPr>
              <a:t>Reduced Mean Time To Repair (MTTR)</a:t>
            </a:r>
          </a:p>
        </p:txBody>
      </p:sp>
    </p:spTree>
    <p:extLst>
      <p:ext uri="{BB962C8B-B14F-4D97-AF65-F5344CB8AC3E}">
        <p14:creationId xmlns:p14="http://schemas.microsoft.com/office/powerpoint/2010/main" val="3200358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638F961-6338-172E-DD4F-8E7783660FD7}"/>
              </a:ext>
            </a:extLst>
          </p:cNvPr>
          <p:cNvSpPr txBox="1">
            <a:spLocks/>
          </p:cNvSpPr>
          <p:nvPr/>
        </p:nvSpPr>
        <p:spPr>
          <a:xfrm>
            <a:off x="595994" y="1520156"/>
            <a:ext cx="7952011" cy="21031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3000" b="0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buFont typeface="Arial"/>
            </a:pPr>
            <a:endParaRPr lang="en-US" sz="2400" dirty="0">
              <a:latin typeface="Montserrat"/>
              <a:cs typeface="Arial"/>
              <a:sym typeface="Arial"/>
            </a:endParaRPr>
          </a:p>
          <a:p>
            <a:pPr marL="0" indent="0" algn="ctr">
              <a:buFont typeface="Arial"/>
            </a:pPr>
            <a:endParaRPr lang="en-US" sz="2400" dirty="0">
              <a:latin typeface="Montserrat"/>
              <a:cs typeface="Arial"/>
              <a:sym typeface="Arial"/>
            </a:endParaRPr>
          </a:p>
          <a:p>
            <a:pPr marL="0" indent="0" algn="ctr">
              <a:buFont typeface="Arial"/>
            </a:pPr>
            <a:r>
              <a:rPr lang="en-US" sz="2400" dirty="0">
                <a:latin typeface="Montserrat"/>
                <a:cs typeface="Arial"/>
                <a:sym typeface="Arial"/>
              </a:rPr>
              <a:t>Request </a:t>
            </a:r>
            <a:r>
              <a:rPr lang="en-US" sz="2400" dirty="0">
                <a:latin typeface="Montserrat"/>
                <a:cs typeface="Arial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Montserrat"/>
                <a:cs typeface="Arial"/>
                <a:sym typeface="Arial"/>
              </a:rPr>
              <a:t>Survey </a:t>
            </a:r>
            <a:r>
              <a:rPr lang="en-US" sz="2400" dirty="0">
                <a:latin typeface="Montserrat"/>
                <a:cs typeface="Arial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Montserrat"/>
                <a:cs typeface="Arial"/>
                <a:sym typeface="Arial"/>
              </a:rPr>
              <a:t>Installation </a:t>
            </a:r>
            <a:r>
              <a:rPr lang="en-US" sz="2400" dirty="0">
                <a:latin typeface="Montserrat"/>
                <a:cs typeface="Arial"/>
                <a:sym typeface="Wingdings" panose="05000000000000000000" pitchFamily="2" charset="2"/>
              </a:rPr>
              <a:t></a:t>
            </a:r>
            <a:r>
              <a:rPr lang="en-US" sz="2400" dirty="0">
                <a:latin typeface="Montserrat"/>
                <a:cs typeface="Arial"/>
                <a:sym typeface="Arial"/>
              </a:rPr>
              <a:t> activation </a:t>
            </a:r>
            <a:r>
              <a:rPr lang="en-US" sz="2400" dirty="0">
                <a:latin typeface="Montserrat"/>
                <a:cs typeface="Arial"/>
                <a:sym typeface="Wingdings" panose="05000000000000000000" pitchFamily="2" charset="2"/>
              </a:rPr>
              <a:t></a:t>
            </a:r>
            <a:r>
              <a:rPr lang="en-US" sz="2400" dirty="0">
                <a:latin typeface="Montserrat"/>
                <a:cs typeface="Arial"/>
                <a:sym typeface="Arial"/>
              </a:rPr>
              <a:t> customer acceptance process</a:t>
            </a:r>
            <a:r>
              <a:rPr lang="en-US" sz="1400" dirty="0">
                <a:latin typeface="Montserrat"/>
                <a:cs typeface="Arial"/>
                <a:sym typeface="Arial"/>
              </a:rPr>
              <a:t>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F6F508-82EA-A135-C6E2-6571949E1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24" y="441927"/>
            <a:ext cx="8051213" cy="866953"/>
          </a:xfrm>
        </p:spPr>
        <p:txBody>
          <a:bodyPr/>
          <a:lstStyle/>
          <a:p>
            <a:r>
              <a:rPr lang="en-GB" dirty="0"/>
              <a:t>New Customer Deployment Workflow  </a:t>
            </a:r>
          </a:p>
        </p:txBody>
      </p:sp>
    </p:spTree>
    <p:extLst>
      <p:ext uri="{BB962C8B-B14F-4D97-AF65-F5344CB8AC3E}">
        <p14:creationId xmlns:p14="http://schemas.microsoft.com/office/powerpoint/2010/main" val="2952245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B77F5-D5C7-96BF-6C19-EBECB2F15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64AB15-41EF-67B3-FA97-89E515C1A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2078" y="311385"/>
            <a:ext cx="7940348" cy="1411111"/>
          </a:xfrm>
        </p:spPr>
        <p:txBody>
          <a:bodyPr/>
          <a:lstStyle/>
          <a:p>
            <a:pPr marL="0" indent="0" algn="ctr"/>
            <a:r>
              <a:rPr lang="en-GB" sz="3200" b="1" dirty="0">
                <a:latin typeface="Montserrat"/>
                <a:cs typeface="Arial"/>
                <a:sym typeface="Arial"/>
              </a:rPr>
              <a:t>Phase 1: Technical Survey</a:t>
            </a:r>
          </a:p>
          <a:p>
            <a:pPr marL="0" indent="0" algn="ctr">
              <a:buFont typeface="Arial"/>
            </a:pPr>
            <a:endParaRPr lang="en-GB" sz="3200" b="1" dirty="0">
              <a:latin typeface="Montserrat"/>
              <a:cs typeface="Arial"/>
              <a:sym typeface="Arial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018F409-F568-B5E1-BABD-301203C1755F}"/>
              </a:ext>
            </a:extLst>
          </p:cNvPr>
          <p:cNvSpPr txBox="1">
            <a:spLocks/>
          </p:cNvSpPr>
          <p:nvPr/>
        </p:nvSpPr>
        <p:spPr>
          <a:xfrm>
            <a:off x="650496" y="1016940"/>
            <a:ext cx="8400371" cy="141111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sX0" fmla="*/ 0 w 4057290"/>
                      <a:gd name="csY0" fmla="*/ 0 h 2259434"/>
                      <a:gd name="csX1" fmla="*/ 4057290 w 4057290"/>
                      <a:gd name="csY1" fmla="*/ 0 h 2259434"/>
                      <a:gd name="csX2" fmla="*/ 4057290 w 4057290"/>
                      <a:gd name="csY2" fmla="*/ 2259434 h 2259434"/>
                      <a:gd name="csX3" fmla="*/ 0 w 4057290"/>
                      <a:gd name="csY3" fmla="*/ 2259434 h 2259434"/>
                      <a:gd name="csX4" fmla="*/ 0 w 4057290"/>
                      <a:gd name="csY4" fmla="*/ 0 h 225943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057290" h="2259434" fill="none" extrusionOk="0">
                        <a:moveTo>
                          <a:pt x="0" y="0"/>
                        </a:moveTo>
                        <a:cubicBezTo>
                          <a:pt x="673702" y="-33775"/>
                          <a:pt x="2265490" y="138873"/>
                          <a:pt x="4057290" y="0"/>
                        </a:cubicBezTo>
                        <a:cubicBezTo>
                          <a:pt x="3983519" y="232997"/>
                          <a:pt x="3901407" y="1891283"/>
                          <a:pt x="4057290" y="2259434"/>
                        </a:cubicBezTo>
                        <a:cubicBezTo>
                          <a:pt x="3245638" y="2122104"/>
                          <a:pt x="1924736" y="2121578"/>
                          <a:pt x="0" y="2259434"/>
                        </a:cubicBezTo>
                        <a:cubicBezTo>
                          <a:pt x="152408" y="1638262"/>
                          <a:pt x="73868" y="697721"/>
                          <a:pt x="0" y="0"/>
                        </a:cubicBezTo>
                        <a:close/>
                      </a:path>
                      <a:path w="4057290" h="2259434" stroke="0" extrusionOk="0">
                        <a:moveTo>
                          <a:pt x="0" y="0"/>
                        </a:moveTo>
                        <a:cubicBezTo>
                          <a:pt x="875426" y="-101487"/>
                          <a:pt x="3548119" y="-162162"/>
                          <a:pt x="4057290" y="0"/>
                        </a:cubicBezTo>
                        <a:cubicBezTo>
                          <a:pt x="4118003" y="476521"/>
                          <a:pt x="3996218" y="1236541"/>
                          <a:pt x="4057290" y="2259434"/>
                        </a:cubicBezTo>
                        <a:cubicBezTo>
                          <a:pt x="2865903" y="2309499"/>
                          <a:pt x="590692" y="2100985"/>
                          <a:pt x="0" y="2259434"/>
                        </a:cubicBezTo>
                        <a:cubicBezTo>
                          <a:pt x="-24452" y="1336833"/>
                          <a:pt x="-67663" y="23648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3000" b="0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buFont typeface="Arial"/>
            </a:pPr>
            <a:endParaRPr lang="en-GB" sz="2000" b="1" dirty="0">
              <a:latin typeface="Montserrat"/>
              <a:cs typeface="Arial"/>
              <a:sym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Montserrat"/>
                <a:cs typeface="Arial"/>
                <a:sym typeface="Arial"/>
              </a:rPr>
              <a:t>Sales submits survey request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Montserrat"/>
                <a:cs typeface="Arial"/>
                <a:sym typeface="Arial"/>
              </a:rPr>
              <a:t>Site assessment performed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Montserrat"/>
                <a:cs typeface="Arial"/>
                <a:sym typeface="Arial"/>
              </a:rPr>
              <a:t>Technical feasibility report completed 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AA0E44C-25A5-D903-A727-D5C4DDC656B5}"/>
              </a:ext>
            </a:extLst>
          </p:cNvPr>
          <p:cNvSpPr txBox="1">
            <a:spLocks/>
          </p:cNvSpPr>
          <p:nvPr/>
        </p:nvSpPr>
        <p:spPr>
          <a:xfrm>
            <a:off x="650496" y="2428051"/>
            <a:ext cx="7940348" cy="1411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3000" b="0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/>
            <a:r>
              <a:rPr lang="en-GB" sz="3200" b="1" dirty="0">
                <a:latin typeface="Montserrat"/>
                <a:cs typeface="Arial"/>
                <a:sym typeface="Arial"/>
              </a:rPr>
              <a:t>Phase 2: Service Deployment</a:t>
            </a:r>
          </a:p>
          <a:p>
            <a:pPr marL="0" indent="0" algn="ctr"/>
            <a:endParaRPr lang="en-GB" sz="3200" b="1" dirty="0">
              <a:latin typeface="Montserrat"/>
              <a:cs typeface="Arial"/>
              <a:sym typeface="Arial"/>
            </a:endParaRPr>
          </a:p>
          <a:p>
            <a:pPr marL="0" indent="0" algn="ctr">
              <a:buFont typeface="Arial"/>
              <a:buNone/>
            </a:pPr>
            <a:endParaRPr lang="en-GB" sz="3200" b="1" dirty="0">
              <a:latin typeface="Montserrat"/>
              <a:cs typeface="Arial"/>
              <a:sym typeface="Arial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78E8D02-A9FD-115B-38C8-A5A6A6B628D8}"/>
              </a:ext>
            </a:extLst>
          </p:cNvPr>
          <p:cNvSpPr txBox="1">
            <a:spLocks/>
          </p:cNvSpPr>
          <p:nvPr/>
        </p:nvSpPr>
        <p:spPr>
          <a:xfrm>
            <a:off x="808914" y="3133606"/>
            <a:ext cx="8400371" cy="141111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sX0" fmla="*/ 0 w 4057290"/>
                      <a:gd name="csY0" fmla="*/ 0 h 2259434"/>
                      <a:gd name="csX1" fmla="*/ 4057290 w 4057290"/>
                      <a:gd name="csY1" fmla="*/ 0 h 2259434"/>
                      <a:gd name="csX2" fmla="*/ 4057290 w 4057290"/>
                      <a:gd name="csY2" fmla="*/ 2259434 h 2259434"/>
                      <a:gd name="csX3" fmla="*/ 0 w 4057290"/>
                      <a:gd name="csY3" fmla="*/ 2259434 h 2259434"/>
                      <a:gd name="csX4" fmla="*/ 0 w 4057290"/>
                      <a:gd name="csY4" fmla="*/ 0 h 225943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057290" h="2259434" fill="none" extrusionOk="0">
                        <a:moveTo>
                          <a:pt x="0" y="0"/>
                        </a:moveTo>
                        <a:cubicBezTo>
                          <a:pt x="673702" y="-33775"/>
                          <a:pt x="2265490" y="138873"/>
                          <a:pt x="4057290" y="0"/>
                        </a:cubicBezTo>
                        <a:cubicBezTo>
                          <a:pt x="3983519" y="232997"/>
                          <a:pt x="3901407" y="1891283"/>
                          <a:pt x="4057290" y="2259434"/>
                        </a:cubicBezTo>
                        <a:cubicBezTo>
                          <a:pt x="3245638" y="2122104"/>
                          <a:pt x="1924736" y="2121578"/>
                          <a:pt x="0" y="2259434"/>
                        </a:cubicBezTo>
                        <a:cubicBezTo>
                          <a:pt x="152408" y="1638262"/>
                          <a:pt x="73868" y="697721"/>
                          <a:pt x="0" y="0"/>
                        </a:cubicBezTo>
                        <a:close/>
                      </a:path>
                      <a:path w="4057290" h="2259434" stroke="0" extrusionOk="0">
                        <a:moveTo>
                          <a:pt x="0" y="0"/>
                        </a:moveTo>
                        <a:cubicBezTo>
                          <a:pt x="875426" y="-101487"/>
                          <a:pt x="3548119" y="-162162"/>
                          <a:pt x="4057290" y="0"/>
                        </a:cubicBezTo>
                        <a:cubicBezTo>
                          <a:pt x="4118003" y="476521"/>
                          <a:pt x="3996218" y="1236541"/>
                          <a:pt x="4057290" y="2259434"/>
                        </a:cubicBezTo>
                        <a:cubicBezTo>
                          <a:pt x="2865903" y="2309499"/>
                          <a:pt x="590692" y="2100985"/>
                          <a:pt x="0" y="2259434"/>
                        </a:cubicBezTo>
                        <a:cubicBezTo>
                          <a:pt x="-24452" y="1336833"/>
                          <a:pt x="-67663" y="23648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3000" b="0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latin typeface="Montserrat"/>
                <a:cs typeface="Arial"/>
                <a:sym typeface="Arial"/>
              </a:rPr>
              <a:t>Contract completed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latin typeface="Montserrat"/>
                <a:cs typeface="Arial"/>
                <a:sym typeface="Arial"/>
              </a:rPr>
              <a:t>Deployment ticket generated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latin typeface="Montserrat"/>
                <a:cs typeface="Arial"/>
                <a:sym typeface="Arial"/>
              </a:rPr>
              <a:t>Installation executed, handover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latin typeface="Montserrat"/>
                <a:cs typeface="Arial"/>
                <a:sym typeface="Arial"/>
              </a:rPr>
              <a:t>Customer confirmation obtained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latin typeface="Montserrat"/>
                <a:cs typeface="Arial"/>
                <a:sym typeface="Arial"/>
              </a:rPr>
              <a:t>Service activated</a:t>
            </a:r>
          </a:p>
        </p:txBody>
      </p:sp>
    </p:spTree>
    <p:extLst>
      <p:ext uri="{BB962C8B-B14F-4D97-AF65-F5344CB8AC3E}">
        <p14:creationId xmlns:p14="http://schemas.microsoft.com/office/powerpoint/2010/main" val="2330037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CE10B-2D92-B9DC-343A-078B4E536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E68E1A-A501-E378-6314-2143802BC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2000" y="1041400"/>
            <a:ext cx="5168526" cy="1277996"/>
          </a:xfrm>
        </p:spPr>
        <p:txBody>
          <a:bodyPr/>
          <a:lstStyle/>
          <a:p>
            <a:pPr marL="0" indent="0" algn="ctr">
              <a:buFont typeface="Arial"/>
            </a:pPr>
            <a:r>
              <a:rPr lang="en-GB" sz="3600" b="1" dirty="0"/>
              <a:t>Workforce Management: </a:t>
            </a:r>
          </a:p>
          <a:p>
            <a:pPr marL="0" indent="0" algn="ctr">
              <a:buFont typeface="Arial"/>
            </a:pPr>
            <a:endParaRPr lang="en-GB" sz="3600" b="1" dirty="0"/>
          </a:p>
          <a:p>
            <a:pPr marL="0" indent="0" algn="ctr">
              <a:buFont typeface="Arial"/>
            </a:pPr>
            <a:r>
              <a:rPr lang="en-GB" sz="3600" b="1" dirty="0"/>
              <a:t>Field Staff Monitoring</a:t>
            </a:r>
            <a:endParaRPr lang="en-GB" sz="3600" b="1" dirty="0">
              <a:latin typeface="Montserrat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AB43E3-DBC1-4FC7-E7E4-7128D5CB3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66" y="336550"/>
            <a:ext cx="2878934" cy="431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49469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9A72F-6D00-46EF-A701-1F85D743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5DE7A-64DC-FEF5-54D1-A28AC5245FF5}"/>
              </a:ext>
            </a:extLst>
          </p:cNvPr>
          <p:cNvSpPr txBox="1">
            <a:spLocks/>
          </p:cNvSpPr>
          <p:nvPr/>
        </p:nvSpPr>
        <p:spPr>
          <a:xfrm>
            <a:off x="698419" y="823845"/>
            <a:ext cx="3133584" cy="28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3000" b="0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/>
            <a:r>
              <a:rPr lang="en-GB" sz="2000" b="1" dirty="0"/>
              <a:t>Task Assignment</a:t>
            </a:r>
          </a:p>
          <a:p>
            <a:pPr marL="0" indent="0" algn="just"/>
            <a:endParaRPr lang="en-GB" sz="2000" b="1" dirty="0"/>
          </a:p>
          <a:p>
            <a:pPr marL="571500" indent="-342900" algn="just">
              <a:buFont typeface="Wingdings" panose="05000000000000000000" pitchFamily="2" charset="2"/>
              <a:buChar char="q"/>
            </a:pPr>
            <a:r>
              <a:rPr lang="en-GB" sz="2000" dirty="0"/>
              <a:t>Area-based allocation </a:t>
            </a:r>
          </a:p>
          <a:p>
            <a:pPr marL="571500" indent="-342900" algn="just">
              <a:buFont typeface="Wingdings" panose="05000000000000000000" pitchFamily="2" charset="2"/>
              <a:buChar char="q"/>
            </a:pPr>
            <a:r>
              <a:rPr lang="en-GB" sz="2000" dirty="0"/>
              <a:t>Team-based allocation</a:t>
            </a:r>
          </a:p>
          <a:p>
            <a:pPr marL="228600" indent="0" algn="just"/>
            <a:r>
              <a:rPr lang="en-GB" sz="2000" dirty="0"/>
              <a:t> </a:t>
            </a:r>
          </a:p>
          <a:p>
            <a:pPr marL="228600" indent="0" algn="just"/>
            <a:endParaRPr lang="en-GB" sz="2000" dirty="0"/>
          </a:p>
          <a:p>
            <a:pPr marL="0" indent="0" algn="just"/>
            <a:r>
              <a:rPr lang="en-GB" sz="2000" b="1" dirty="0"/>
              <a:t>Performance Monitoring</a:t>
            </a:r>
          </a:p>
          <a:p>
            <a:pPr marL="0" indent="0" algn="just"/>
            <a:endParaRPr lang="en-GB" sz="2000" b="1" dirty="0"/>
          </a:p>
          <a:p>
            <a:pPr marL="571500" indent="-342900" algn="just">
              <a:buFont typeface="Wingdings" panose="05000000000000000000" pitchFamily="2" charset="2"/>
              <a:buChar char="q"/>
            </a:pPr>
            <a:r>
              <a:rPr lang="en-GB" sz="2000" dirty="0"/>
              <a:t>Ticket completion rate </a:t>
            </a:r>
          </a:p>
          <a:p>
            <a:pPr marL="571500" indent="-342900" algn="just">
              <a:buFont typeface="Wingdings" panose="05000000000000000000" pitchFamily="2" charset="2"/>
              <a:buChar char="q"/>
            </a:pPr>
            <a:r>
              <a:rPr lang="en-GB" sz="2000" dirty="0"/>
              <a:t>Response time </a:t>
            </a:r>
          </a:p>
          <a:p>
            <a:pPr marL="571500" indent="-342900" algn="just">
              <a:buFont typeface="Wingdings" panose="05000000000000000000" pitchFamily="2" charset="2"/>
              <a:buChar char="q"/>
            </a:pPr>
            <a:r>
              <a:rPr lang="en-GB" sz="2000" dirty="0"/>
              <a:t>Resolution time </a:t>
            </a:r>
          </a:p>
          <a:p>
            <a:pPr algn="just"/>
            <a:endParaRPr lang="en-GB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16F2B7-28CB-A7F6-AC6C-460A300EB780}"/>
              </a:ext>
            </a:extLst>
          </p:cNvPr>
          <p:cNvSpPr txBox="1">
            <a:spLocks/>
          </p:cNvSpPr>
          <p:nvPr/>
        </p:nvSpPr>
        <p:spPr>
          <a:xfrm>
            <a:off x="4976440" y="734996"/>
            <a:ext cx="3970428" cy="311482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0" algn="just">
              <a:spcBef>
                <a:spcPts val="0"/>
              </a:spcBef>
              <a:buClr>
                <a:schemeClr val="dk2"/>
              </a:buClr>
              <a:buSzPts val="1800"/>
              <a:buNone/>
            </a:pPr>
            <a:r>
              <a:rPr lang="en-US" sz="3500" b="1" dirty="0">
                <a:solidFill>
                  <a:schemeClr val="dk2"/>
                </a:solidFill>
                <a:latin typeface="Vidaloka"/>
                <a:sym typeface="Vidaloka"/>
              </a:rPr>
              <a:t>Features</a:t>
            </a:r>
          </a:p>
          <a:p>
            <a:pPr marL="228600" indent="0" algn="just">
              <a:spcBef>
                <a:spcPts val="0"/>
              </a:spcBef>
              <a:buClr>
                <a:schemeClr val="dk2"/>
              </a:buClr>
              <a:buSzPts val="1800"/>
              <a:buNone/>
            </a:pPr>
            <a:endParaRPr lang="en-US" sz="3500" dirty="0">
              <a:solidFill>
                <a:schemeClr val="dk2"/>
              </a:solidFill>
              <a:latin typeface="Vidaloka"/>
              <a:sym typeface="Vidaloka"/>
            </a:endParaRPr>
          </a:p>
          <a:p>
            <a:pPr marL="571500">
              <a:spcBef>
                <a:spcPts val="0"/>
              </a:spcBef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</a:pPr>
            <a:r>
              <a:rPr lang="en-US" sz="3500" dirty="0">
                <a:solidFill>
                  <a:schemeClr val="dk2"/>
                </a:solidFill>
                <a:latin typeface="Vidaloka"/>
                <a:sym typeface="Vidaloka"/>
              </a:rPr>
              <a:t>Real-Time Location Tracking</a:t>
            </a:r>
          </a:p>
          <a:p>
            <a:pPr marL="571500" algn="just">
              <a:spcBef>
                <a:spcPts val="0"/>
              </a:spcBef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</a:pPr>
            <a:r>
              <a:rPr lang="en-US" sz="3500" dirty="0">
                <a:solidFill>
                  <a:schemeClr val="dk2"/>
                </a:solidFill>
                <a:latin typeface="Vidaloka"/>
                <a:sym typeface="Vidaloka"/>
              </a:rPr>
              <a:t>GPS-based monitoring </a:t>
            </a:r>
          </a:p>
          <a:p>
            <a:pPr marL="571500" algn="just">
              <a:spcBef>
                <a:spcPts val="0"/>
              </a:spcBef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</a:pPr>
            <a:endParaRPr lang="en-US" sz="3500" dirty="0">
              <a:solidFill>
                <a:schemeClr val="dk2"/>
              </a:solidFill>
              <a:latin typeface="Vidaloka"/>
              <a:sym typeface="Vidaloka"/>
            </a:endParaRPr>
          </a:p>
          <a:p>
            <a:pPr marL="228600" indent="0" algn="just">
              <a:spcBef>
                <a:spcPts val="0"/>
              </a:spcBef>
              <a:buClr>
                <a:schemeClr val="dk2"/>
              </a:buClr>
              <a:buSzPts val="1800"/>
              <a:buNone/>
            </a:pPr>
            <a:r>
              <a:rPr lang="en-US" sz="3500" b="1" dirty="0">
                <a:solidFill>
                  <a:schemeClr val="dk2"/>
                </a:solidFill>
                <a:latin typeface="Vidaloka"/>
                <a:sym typeface="Vidaloka"/>
              </a:rPr>
              <a:t>Benefits</a:t>
            </a:r>
          </a:p>
          <a:p>
            <a:pPr marL="571500" algn="just">
              <a:spcBef>
                <a:spcPts val="0"/>
              </a:spcBef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</a:pPr>
            <a:endParaRPr lang="en-US" sz="3500" dirty="0">
              <a:solidFill>
                <a:schemeClr val="dk2"/>
              </a:solidFill>
              <a:latin typeface="Vidaloka"/>
              <a:sym typeface="Vidaloka"/>
            </a:endParaRPr>
          </a:p>
          <a:p>
            <a:pPr marL="571500" algn="just">
              <a:spcBef>
                <a:spcPts val="0"/>
              </a:spcBef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</a:pPr>
            <a:r>
              <a:rPr lang="en-US" sz="3500" dirty="0">
                <a:solidFill>
                  <a:schemeClr val="dk2"/>
                </a:solidFill>
                <a:latin typeface="Vidaloka"/>
                <a:sym typeface="Vidaloka"/>
              </a:rPr>
              <a:t>Increased productivity </a:t>
            </a:r>
          </a:p>
          <a:p>
            <a:pPr marL="571500" algn="just">
              <a:spcBef>
                <a:spcPts val="0"/>
              </a:spcBef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</a:pPr>
            <a:r>
              <a:rPr lang="en-US" sz="3500" dirty="0">
                <a:solidFill>
                  <a:schemeClr val="dk2"/>
                </a:solidFill>
                <a:latin typeface="Vidaloka"/>
                <a:sym typeface="Vidaloka"/>
              </a:rPr>
              <a:t>Better resource utilization </a:t>
            </a:r>
          </a:p>
          <a:p>
            <a:pPr marL="571500" algn="just">
              <a:spcBef>
                <a:spcPts val="0"/>
              </a:spcBef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</a:pPr>
            <a:r>
              <a:rPr lang="en-US" sz="3500" dirty="0">
                <a:solidFill>
                  <a:schemeClr val="dk2"/>
                </a:solidFill>
                <a:latin typeface="Vidaloka"/>
                <a:sym typeface="Vidaloka"/>
              </a:rPr>
              <a:t>Faster service delivery</a:t>
            </a:r>
          </a:p>
          <a:p>
            <a:endParaRPr lang="en-US" sz="2000" dirty="0"/>
          </a:p>
        </p:txBody>
      </p:sp>
      <p:grpSp>
        <p:nvGrpSpPr>
          <p:cNvPr id="2" name="Google Shape;1680;p125">
            <a:extLst>
              <a:ext uri="{FF2B5EF4-FFF2-40B4-BE49-F238E27FC236}">
                <a16:creationId xmlns:a16="http://schemas.microsoft.com/office/drawing/2014/main" id="{D4075B80-7018-2441-7CF0-3FDE9ABE3AFC}"/>
              </a:ext>
            </a:extLst>
          </p:cNvPr>
          <p:cNvGrpSpPr/>
          <p:nvPr/>
        </p:nvGrpSpPr>
        <p:grpSpPr>
          <a:xfrm>
            <a:off x="208608" y="830133"/>
            <a:ext cx="482553" cy="445023"/>
            <a:chOff x="4705614" y="2763886"/>
            <a:chExt cx="326721" cy="303707"/>
          </a:xfrm>
        </p:grpSpPr>
        <p:sp>
          <p:nvSpPr>
            <p:cNvPr id="5" name="Google Shape;1681;p125">
              <a:extLst>
                <a:ext uri="{FF2B5EF4-FFF2-40B4-BE49-F238E27FC236}">
                  <a16:creationId xmlns:a16="http://schemas.microsoft.com/office/drawing/2014/main" id="{ABBA9ECB-C0E0-A1C0-F7A3-FBD2DF2EEA5B}"/>
                </a:ext>
              </a:extLst>
            </p:cNvPr>
            <p:cNvSpPr/>
            <p:nvPr/>
          </p:nvSpPr>
          <p:spPr>
            <a:xfrm>
              <a:off x="4991454" y="2858722"/>
              <a:ext cx="40882" cy="19237"/>
            </a:xfrm>
            <a:custGeom>
              <a:avLst/>
              <a:gdLst/>
              <a:ahLst/>
              <a:cxnLst/>
              <a:rect l="l" t="t" r="r" b="b"/>
              <a:pathLst>
                <a:path w="2089" h="983" extrusionOk="0">
                  <a:moveTo>
                    <a:pt x="482" y="1"/>
                  </a:moveTo>
                  <a:cubicBezTo>
                    <a:pt x="220" y="1"/>
                    <a:pt x="1" y="220"/>
                    <a:pt x="1" y="488"/>
                  </a:cubicBezTo>
                  <a:cubicBezTo>
                    <a:pt x="1" y="768"/>
                    <a:pt x="227" y="982"/>
                    <a:pt x="493" y="982"/>
                  </a:cubicBezTo>
                  <a:cubicBezTo>
                    <a:pt x="515" y="982"/>
                    <a:pt x="537" y="981"/>
                    <a:pt x="560" y="978"/>
                  </a:cubicBezTo>
                  <a:lnTo>
                    <a:pt x="1530" y="978"/>
                  </a:lnTo>
                  <a:cubicBezTo>
                    <a:pt x="2089" y="889"/>
                    <a:pt x="2089" y="95"/>
                    <a:pt x="1530" y="7"/>
                  </a:cubicBezTo>
                  <a:lnTo>
                    <a:pt x="560" y="7"/>
                  </a:lnTo>
                  <a:cubicBezTo>
                    <a:pt x="533" y="3"/>
                    <a:pt x="507" y="1"/>
                    <a:pt x="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82;p125">
              <a:extLst>
                <a:ext uri="{FF2B5EF4-FFF2-40B4-BE49-F238E27FC236}">
                  <a16:creationId xmlns:a16="http://schemas.microsoft.com/office/drawing/2014/main" id="{8DD9C7A8-B1E7-C20B-539F-9D6A8B5A33FB}"/>
                </a:ext>
              </a:extLst>
            </p:cNvPr>
            <p:cNvSpPr/>
            <p:nvPr/>
          </p:nvSpPr>
          <p:spPr>
            <a:xfrm>
              <a:off x="4705614" y="2858722"/>
              <a:ext cx="40882" cy="19237"/>
            </a:xfrm>
            <a:custGeom>
              <a:avLst/>
              <a:gdLst/>
              <a:ahLst/>
              <a:cxnLst/>
              <a:rect l="l" t="t" r="r" b="b"/>
              <a:pathLst>
                <a:path w="2089" h="983" extrusionOk="0">
                  <a:moveTo>
                    <a:pt x="488" y="1"/>
                  </a:moveTo>
                  <a:cubicBezTo>
                    <a:pt x="220" y="1"/>
                    <a:pt x="0" y="220"/>
                    <a:pt x="0" y="488"/>
                  </a:cubicBezTo>
                  <a:cubicBezTo>
                    <a:pt x="0" y="768"/>
                    <a:pt x="226" y="982"/>
                    <a:pt x="500" y="982"/>
                  </a:cubicBezTo>
                  <a:cubicBezTo>
                    <a:pt x="523" y="982"/>
                    <a:pt x="546" y="981"/>
                    <a:pt x="569" y="978"/>
                  </a:cubicBezTo>
                  <a:lnTo>
                    <a:pt x="1529" y="978"/>
                  </a:lnTo>
                  <a:cubicBezTo>
                    <a:pt x="2088" y="889"/>
                    <a:pt x="2088" y="95"/>
                    <a:pt x="1529" y="7"/>
                  </a:cubicBezTo>
                  <a:lnTo>
                    <a:pt x="569" y="7"/>
                  </a:lnTo>
                  <a:cubicBezTo>
                    <a:pt x="542" y="3"/>
                    <a:pt x="515" y="1"/>
                    <a:pt x="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83;p125">
              <a:extLst>
                <a:ext uri="{FF2B5EF4-FFF2-40B4-BE49-F238E27FC236}">
                  <a16:creationId xmlns:a16="http://schemas.microsoft.com/office/drawing/2014/main" id="{BCB5B5CA-965D-5F86-56F6-11D6144ADE58}"/>
                </a:ext>
              </a:extLst>
            </p:cNvPr>
            <p:cNvSpPr/>
            <p:nvPr/>
          </p:nvSpPr>
          <p:spPr>
            <a:xfrm>
              <a:off x="4973234" y="2783495"/>
              <a:ext cx="39434" cy="27966"/>
            </a:xfrm>
            <a:custGeom>
              <a:avLst/>
              <a:gdLst/>
              <a:ahLst/>
              <a:cxnLst/>
              <a:rect l="l" t="t" r="r" b="b"/>
              <a:pathLst>
                <a:path w="2015" h="1429" extrusionOk="0">
                  <a:moveTo>
                    <a:pt x="1337" y="0"/>
                  </a:moveTo>
                  <a:cubicBezTo>
                    <a:pt x="1277" y="0"/>
                    <a:pt x="1213" y="12"/>
                    <a:pt x="1147" y="38"/>
                  </a:cubicBezTo>
                  <a:lnTo>
                    <a:pt x="314" y="528"/>
                  </a:lnTo>
                  <a:cubicBezTo>
                    <a:pt x="79" y="655"/>
                    <a:pt x="0" y="949"/>
                    <a:pt x="128" y="1185"/>
                  </a:cubicBezTo>
                  <a:cubicBezTo>
                    <a:pt x="219" y="1342"/>
                    <a:pt x="381" y="1429"/>
                    <a:pt x="548" y="1429"/>
                  </a:cubicBezTo>
                  <a:cubicBezTo>
                    <a:pt x="631" y="1429"/>
                    <a:pt x="716" y="1407"/>
                    <a:pt x="795" y="1361"/>
                  </a:cubicBezTo>
                  <a:lnTo>
                    <a:pt x="1638" y="871"/>
                  </a:lnTo>
                  <a:cubicBezTo>
                    <a:pt x="2014" y="563"/>
                    <a:pt x="1755" y="0"/>
                    <a:pt x="1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84;p125">
              <a:extLst>
                <a:ext uri="{FF2B5EF4-FFF2-40B4-BE49-F238E27FC236}">
                  <a16:creationId xmlns:a16="http://schemas.microsoft.com/office/drawing/2014/main" id="{1F6B7730-F36F-281A-CC3A-664050ACD4B0}"/>
                </a:ext>
              </a:extLst>
            </p:cNvPr>
            <p:cNvSpPr/>
            <p:nvPr/>
          </p:nvSpPr>
          <p:spPr>
            <a:xfrm>
              <a:off x="4726711" y="2925730"/>
              <a:ext cx="39903" cy="27966"/>
            </a:xfrm>
            <a:custGeom>
              <a:avLst/>
              <a:gdLst/>
              <a:ahLst/>
              <a:cxnLst/>
              <a:rect l="l" t="t" r="r" b="b"/>
              <a:pathLst>
                <a:path w="2039" h="1429" extrusionOk="0">
                  <a:moveTo>
                    <a:pt x="1359" y="1"/>
                  </a:moveTo>
                  <a:cubicBezTo>
                    <a:pt x="1295" y="1"/>
                    <a:pt x="1227" y="14"/>
                    <a:pt x="1157" y="44"/>
                  </a:cubicBezTo>
                  <a:lnTo>
                    <a:pt x="314" y="524"/>
                  </a:lnTo>
                  <a:cubicBezTo>
                    <a:pt x="89" y="661"/>
                    <a:pt x="1" y="955"/>
                    <a:pt x="138" y="1191"/>
                  </a:cubicBezTo>
                  <a:cubicBezTo>
                    <a:pt x="230" y="1343"/>
                    <a:pt x="395" y="1428"/>
                    <a:pt x="564" y="1428"/>
                  </a:cubicBezTo>
                  <a:cubicBezTo>
                    <a:pt x="645" y="1428"/>
                    <a:pt x="728" y="1408"/>
                    <a:pt x="804" y="1367"/>
                  </a:cubicBezTo>
                  <a:lnTo>
                    <a:pt x="1647" y="877"/>
                  </a:lnTo>
                  <a:cubicBezTo>
                    <a:pt x="2039" y="579"/>
                    <a:pt x="1780" y="1"/>
                    <a:pt x="1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85;p125">
              <a:extLst>
                <a:ext uri="{FF2B5EF4-FFF2-40B4-BE49-F238E27FC236}">
                  <a16:creationId xmlns:a16="http://schemas.microsoft.com/office/drawing/2014/main" id="{32DD1C44-794E-0750-F55F-DD216F18754F}"/>
                </a:ext>
              </a:extLst>
            </p:cNvPr>
            <p:cNvSpPr/>
            <p:nvPr/>
          </p:nvSpPr>
          <p:spPr>
            <a:xfrm>
              <a:off x="4971492" y="2925788"/>
              <a:ext cx="41469" cy="28905"/>
            </a:xfrm>
            <a:custGeom>
              <a:avLst/>
              <a:gdLst/>
              <a:ahLst/>
              <a:cxnLst/>
              <a:rect l="l" t="t" r="r" b="b"/>
              <a:pathLst>
                <a:path w="2119" h="1477" extrusionOk="0">
                  <a:moveTo>
                    <a:pt x="687" y="0"/>
                  </a:moveTo>
                  <a:cubicBezTo>
                    <a:pt x="263" y="0"/>
                    <a:pt x="0" y="576"/>
                    <a:pt x="393" y="884"/>
                  </a:cubicBezTo>
                  <a:lnTo>
                    <a:pt x="1236" y="1364"/>
                  </a:lnTo>
                  <a:cubicBezTo>
                    <a:pt x="1328" y="1441"/>
                    <a:pt x="1438" y="1477"/>
                    <a:pt x="1546" y="1477"/>
                  </a:cubicBezTo>
                  <a:cubicBezTo>
                    <a:pt x="1716" y="1477"/>
                    <a:pt x="1882" y="1388"/>
                    <a:pt x="1972" y="1227"/>
                  </a:cubicBezTo>
                  <a:cubicBezTo>
                    <a:pt x="2119" y="972"/>
                    <a:pt x="2001" y="639"/>
                    <a:pt x="1727" y="531"/>
                  </a:cubicBezTo>
                  <a:lnTo>
                    <a:pt x="884" y="41"/>
                  </a:lnTo>
                  <a:cubicBezTo>
                    <a:pt x="816" y="13"/>
                    <a:pt x="750" y="0"/>
                    <a:pt x="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86;p125">
              <a:extLst>
                <a:ext uri="{FF2B5EF4-FFF2-40B4-BE49-F238E27FC236}">
                  <a16:creationId xmlns:a16="http://schemas.microsoft.com/office/drawing/2014/main" id="{980E3D17-7226-3AF5-E0FD-717ACC636F67}"/>
                </a:ext>
              </a:extLst>
            </p:cNvPr>
            <p:cNvSpPr/>
            <p:nvPr/>
          </p:nvSpPr>
          <p:spPr>
            <a:xfrm>
              <a:off x="4725360" y="2782164"/>
              <a:ext cx="41254" cy="28827"/>
            </a:xfrm>
            <a:custGeom>
              <a:avLst/>
              <a:gdLst/>
              <a:ahLst/>
              <a:cxnLst/>
              <a:rect l="l" t="t" r="r" b="b"/>
              <a:pathLst>
                <a:path w="2108" h="1473" extrusionOk="0">
                  <a:moveTo>
                    <a:pt x="571" y="0"/>
                  </a:moveTo>
                  <a:cubicBezTo>
                    <a:pt x="403" y="0"/>
                    <a:pt x="238" y="86"/>
                    <a:pt x="148" y="243"/>
                  </a:cubicBezTo>
                  <a:cubicBezTo>
                    <a:pt x="1" y="498"/>
                    <a:pt x="109" y="831"/>
                    <a:pt x="383" y="939"/>
                  </a:cubicBezTo>
                  <a:lnTo>
                    <a:pt x="1226" y="1429"/>
                  </a:lnTo>
                  <a:cubicBezTo>
                    <a:pt x="1296" y="1459"/>
                    <a:pt x="1364" y="1472"/>
                    <a:pt x="1428" y="1472"/>
                  </a:cubicBezTo>
                  <a:cubicBezTo>
                    <a:pt x="1849" y="1472"/>
                    <a:pt x="2108" y="894"/>
                    <a:pt x="1716" y="596"/>
                  </a:cubicBezTo>
                  <a:lnTo>
                    <a:pt x="873" y="106"/>
                  </a:lnTo>
                  <a:cubicBezTo>
                    <a:pt x="783" y="34"/>
                    <a:pt x="676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87;p125">
              <a:extLst>
                <a:ext uri="{FF2B5EF4-FFF2-40B4-BE49-F238E27FC236}">
                  <a16:creationId xmlns:a16="http://schemas.microsoft.com/office/drawing/2014/main" id="{85674B48-1A03-BC16-C0B0-A0C3B0AB6832}"/>
                </a:ext>
              </a:extLst>
            </p:cNvPr>
            <p:cNvSpPr/>
            <p:nvPr/>
          </p:nvSpPr>
          <p:spPr>
            <a:xfrm>
              <a:off x="4801155" y="3010468"/>
              <a:ext cx="135835" cy="57125"/>
            </a:xfrm>
            <a:custGeom>
              <a:avLst/>
              <a:gdLst/>
              <a:ahLst/>
              <a:cxnLst/>
              <a:rect l="l" t="t" r="r" b="b"/>
              <a:pathLst>
                <a:path w="6941" h="2919" extrusionOk="0">
                  <a:moveTo>
                    <a:pt x="488" y="1"/>
                  </a:moveTo>
                  <a:cubicBezTo>
                    <a:pt x="220" y="1"/>
                    <a:pt x="0" y="220"/>
                    <a:pt x="0" y="488"/>
                  </a:cubicBezTo>
                  <a:cubicBezTo>
                    <a:pt x="0" y="768"/>
                    <a:pt x="226" y="982"/>
                    <a:pt x="500" y="982"/>
                  </a:cubicBezTo>
                  <a:cubicBezTo>
                    <a:pt x="523" y="982"/>
                    <a:pt x="546" y="981"/>
                    <a:pt x="569" y="978"/>
                  </a:cubicBezTo>
                  <a:lnTo>
                    <a:pt x="1088" y="978"/>
                  </a:lnTo>
                  <a:cubicBezTo>
                    <a:pt x="1324" y="2105"/>
                    <a:pt x="2314" y="2919"/>
                    <a:pt x="3470" y="2919"/>
                  </a:cubicBezTo>
                  <a:cubicBezTo>
                    <a:pt x="4617" y="2919"/>
                    <a:pt x="5607" y="2105"/>
                    <a:pt x="5843" y="978"/>
                  </a:cubicBezTo>
                  <a:lnTo>
                    <a:pt x="6372" y="978"/>
                  </a:lnTo>
                  <a:cubicBezTo>
                    <a:pt x="6395" y="981"/>
                    <a:pt x="6418" y="982"/>
                    <a:pt x="6441" y="982"/>
                  </a:cubicBezTo>
                  <a:cubicBezTo>
                    <a:pt x="6715" y="982"/>
                    <a:pt x="6941" y="768"/>
                    <a:pt x="6941" y="488"/>
                  </a:cubicBezTo>
                  <a:cubicBezTo>
                    <a:pt x="6941" y="220"/>
                    <a:pt x="6721" y="1"/>
                    <a:pt x="6453" y="1"/>
                  </a:cubicBezTo>
                  <a:cubicBezTo>
                    <a:pt x="6426" y="1"/>
                    <a:pt x="6399" y="3"/>
                    <a:pt x="6372" y="7"/>
                  </a:cubicBezTo>
                  <a:lnTo>
                    <a:pt x="569" y="7"/>
                  </a:lnTo>
                  <a:cubicBezTo>
                    <a:pt x="542" y="3"/>
                    <a:pt x="515" y="1"/>
                    <a:pt x="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88;p125">
              <a:extLst>
                <a:ext uri="{FF2B5EF4-FFF2-40B4-BE49-F238E27FC236}">
                  <a16:creationId xmlns:a16="http://schemas.microsoft.com/office/drawing/2014/main" id="{F3A28FCD-B266-6A61-1B72-C34A2E361360}"/>
                </a:ext>
              </a:extLst>
            </p:cNvPr>
            <p:cNvSpPr/>
            <p:nvPr/>
          </p:nvSpPr>
          <p:spPr>
            <a:xfrm>
              <a:off x="4755870" y="2763886"/>
              <a:ext cx="226405" cy="227736"/>
            </a:xfrm>
            <a:custGeom>
              <a:avLst/>
              <a:gdLst/>
              <a:ahLst/>
              <a:cxnLst/>
              <a:rect l="l" t="t" r="r" b="b"/>
              <a:pathLst>
                <a:path w="11569" h="11637" extrusionOk="0">
                  <a:moveTo>
                    <a:pt x="7770" y="4806"/>
                  </a:moveTo>
                  <a:cubicBezTo>
                    <a:pt x="7894" y="4806"/>
                    <a:pt x="8020" y="4854"/>
                    <a:pt x="8118" y="4951"/>
                  </a:cubicBezTo>
                  <a:cubicBezTo>
                    <a:pt x="8323" y="5157"/>
                    <a:pt x="8304" y="5510"/>
                    <a:pt x="8059" y="5686"/>
                  </a:cubicBezTo>
                  <a:lnTo>
                    <a:pt x="6118" y="7627"/>
                  </a:lnTo>
                  <a:cubicBezTo>
                    <a:pt x="6025" y="7721"/>
                    <a:pt x="5902" y="7767"/>
                    <a:pt x="5778" y="7767"/>
                  </a:cubicBezTo>
                  <a:cubicBezTo>
                    <a:pt x="5655" y="7767"/>
                    <a:pt x="5530" y="7721"/>
                    <a:pt x="5431" y="7627"/>
                  </a:cubicBezTo>
                  <a:lnTo>
                    <a:pt x="4471" y="6657"/>
                  </a:lnTo>
                  <a:cubicBezTo>
                    <a:pt x="4285" y="6471"/>
                    <a:pt x="4285" y="6167"/>
                    <a:pt x="4471" y="5971"/>
                  </a:cubicBezTo>
                  <a:cubicBezTo>
                    <a:pt x="4564" y="5878"/>
                    <a:pt x="4686" y="5831"/>
                    <a:pt x="4810" y="5831"/>
                  </a:cubicBezTo>
                  <a:cubicBezTo>
                    <a:pt x="4934" y="5831"/>
                    <a:pt x="5059" y="5878"/>
                    <a:pt x="5157" y="5971"/>
                  </a:cubicBezTo>
                  <a:lnTo>
                    <a:pt x="5784" y="6598"/>
                  </a:lnTo>
                  <a:lnTo>
                    <a:pt x="7373" y="5010"/>
                  </a:lnTo>
                  <a:cubicBezTo>
                    <a:pt x="7469" y="4876"/>
                    <a:pt x="7619" y="4806"/>
                    <a:pt x="7770" y="4806"/>
                  </a:cubicBezTo>
                  <a:close/>
                  <a:moveTo>
                    <a:pt x="5787" y="1"/>
                  </a:moveTo>
                  <a:cubicBezTo>
                    <a:pt x="5780" y="1"/>
                    <a:pt x="5772" y="1"/>
                    <a:pt x="5765" y="1"/>
                  </a:cubicBezTo>
                  <a:cubicBezTo>
                    <a:pt x="3441" y="10"/>
                    <a:pt x="1393" y="1520"/>
                    <a:pt x="697" y="3736"/>
                  </a:cubicBezTo>
                  <a:cubicBezTo>
                    <a:pt x="1" y="5951"/>
                    <a:pt x="814" y="8363"/>
                    <a:pt x="2726" y="9696"/>
                  </a:cubicBezTo>
                  <a:cubicBezTo>
                    <a:pt x="3059" y="9921"/>
                    <a:pt x="3285" y="10274"/>
                    <a:pt x="3343" y="10666"/>
                  </a:cubicBezTo>
                  <a:lnTo>
                    <a:pt x="2647" y="10666"/>
                  </a:lnTo>
                  <a:cubicBezTo>
                    <a:pt x="2089" y="10755"/>
                    <a:pt x="2089" y="11558"/>
                    <a:pt x="2647" y="11637"/>
                  </a:cubicBezTo>
                  <a:lnTo>
                    <a:pt x="8902" y="11637"/>
                  </a:lnTo>
                  <a:cubicBezTo>
                    <a:pt x="9461" y="11558"/>
                    <a:pt x="9461" y="10755"/>
                    <a:pt x="8902" y="10666"/>
                  </a:cubicBezTo>
                  <a:lnTo>
                    <a:pt x="8225" y="10666"/>
                  </a:lnTo>
                  <a:cubicBezTo>
                    <a:pt x="8304" y="10264"/>
                    <a:pt x="8539" y="9902"/>
                    <a:pt x="8872" y="9676"/>
                  </a:cubicBezTo>
                  <a:cubicBezTo>
                    <a:pt x="10764" y="8323"/>
                    <a:pt x="11568" y="5912"/>
                    <a:pt x="10862" y="3696"/>
                  </a:cubicBezTo>
                  <a:cubicBezTo>
                    <a:pt x="10149" y="1498"/>
                    <a:pt x="8101" y="1"/>
                    <a:pt x="5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621;p125">
            <a:extLst>
              <a:ext uri="{FF2B5EF4-FFF2-40B4-BE49-F238E27FC236}">
                <a16:creationId xmlns:a16="http://schemas.microsoft.com/office/drawing/2014/main" id="{C2E7B3C4-9E84-1668-9EF9-4453CFFF316B}"/>
              </a:ext>
            </a:extLst>
          </p:cNvPr>
          <p:cNvGrpSpPr/>
          <p:nvPr/>
        </p:nvGrpSpPr>
        <p:grpSpPr>
          <a:xfrm>
            <a:off x="4632264" y="2313054"/>
            <a:ext cx="323864" cy="303805"/>
            <a:chOff x="6442002" y="2763886"/>
            <a:chExt cx="323864" cy="303805"/>
          </a:xfrm>
        </p:grpSpPr>
        <p:sp>
          <p:nvSpPr>
            <p:cNvPr id="15" name="Google Shape;1622;p125">
              <a:extLst>
                <a:ext uri="{FF2B5EF4-FFF2-40B4-BE49-F238E27FC236}">
                  <a16:creationId xmlns:a16="http://schemas.microsoft.com/office/drawing/2014/main" id="{CC1D28C4-0CB5-B30E-1962-6C17ECB903D3}"/>
                </a:ext>
              </a:extLst>
            </p:cNvPr>
            <p:cNvSpPr/>
            <p:nvPr/>
          </p:nvSpPr>
          <p:spPr>
            <a:xfrm>
              <a:off x="6442002" y="2763886"/>
              <a:ext cx="323864" cy="246934"/>
            </a:xfrm>
            <a:custGeom>
              <a:avLst/>
              <a:gdLst/>
              <a:ahLst/>
              <a:cxnLst/>
              <a:rect l="l" t="t" r="r" b="b"/>
              <a:pathLst>
                <a:path w="16549" h="12618" extrusionOk="0">
                  <a:moveTo>
                    <a:pt x="13117" y="2922"/>
                  </a:moveTo>
                  <a:cubicBezTo>
                    <a:pt x="13382" y="2922"/>
                    <a:pt x="13608" y="3138"/>
                    <a:pt x="13608" y="3412"/>
                  </a:cubicBezTo>
                  <a:lnTo>
                    <a:pt x="13608" y="5343"/>
                  </a:lnTo>
                  <a:cubicBezTo>
                    <a:pt x="13563" y="5618"/>
                    <a:pt x="13340" y="5755"/>
                    <a:pt x="13119" y="5755"/>
                  </a:cubicBezTo>
                  <a:cubicBezTo>
                    <a:pt x="12897" y="5755"/>
                    <a:pt x="12676" y="5618"/>
                    <a:pt x="12637" y="5343"/>
                  </a:cubicBezTo>
                  <a:lnTo>
                    <a:pt x="12637" y="4569"/>
                  </a:lnTo>
                  <a:lnTo>
                    <a:pt x="8618" y="8588"/>
                  </a:lnTo>
                  <a:cubicBezTo>
                    <a:pt x="8520" y="8681"/>
                    <a:pt x="8395" y="8728"/>
                    <a:pt x="8271" y="8728"/>
                  </a:cubicBezTo>
                  <a:cubicBezTo>
                    <a:pt x="8147" y="8728"/>
                    <a:pt x="8025" y="8681"/>
                    <a:pt x="7932" y="8588"/>
                  </a:cubicBezTo>
                  <a:lnTo>
                    <a:pt x="6334" y="7000"/>
                  </a:lnTo>
                  <a:lnTo>
                    <a:pt x="3775" y="9559"/>
                  </a:lnTo>
                  <a:cubicBezTo>
                    <a:pt x="3674" y="9692"/>
                    <a:pt x="3526" y="9758"/>
                    <a:pt x="3378" y="9758"/>
                  </a:cubicBezTo>
                  <a:cubicBezTo>
                    <a:pt x="3253" y="9758"/>
                    <a:pt x="3128" y="9711"/>
                    <a:pt x="3030" y="9617"/>
                  </a:cubicBezTo>
                  <a:cubicBezTo>
                    <a:pt x="2824" y="9402"/>
                    <a:pt x="2844" y="9059"/>
                    <a:pt x="3089" y="8872"/>
                  </a:cubicBezTo>
                  <a:lnTo>
                    <a:pt x="5991" y="5971"/>
                  </a:lnTo>
                  <a:cubicBezTo>
                    <a:pt x="6084" y="5878"/>
                    <a:pt x="6209" y="5831"/>
                    <a:pt x="6334" y="5831"/>
                  </a:cubicBezTo>
                  <a:cubicBezTo>
                    <a:pt x="6459" y="5831"/>
                    <a:pt x="6584" y="5878"/>
                    <a:pt x="6677" y="5971"/>
                  </a:cubicBezTo>
                  <a:lnTo>
                    <a:pt x="8275" y="7569"/>
                  </a:lnTo>
                  <a:lnTo>
                    <a:pt x="11951" y="3892"/>
                  </a:lnTo>
                  <a:lnTo>
                    <a:pt x="11176" y="3892"/>
                  </a:lnTo>
                  <a:cubicBezTo>
                    <a:pt x="10618" y="3804"/>
                    <a:pt x="10618" y="3000"/>
                    <a:pt x="11176" y="2922"/>
                  </a:cubicBezTo>
                  <a:close/>
                  <a:moveTo>
                    <a:pt x="16058" y="1"/>
                  </a:moveTo>
                  <a:lnTo>
                    <a:pt x="16058" y="10"/>
                  </a:lnTo>
                  <a:lnTo>
                    <a:pt x="491" y="10"/>
                  </a:lnTo>
                  <a:cubicBezTo>
                    <a:pt x="217" y="10"/>
                    <a:pt x="1" y="226"/>
                    <a:pt x="1" y="501"/>
                  </a:cubicBezTo>
                  <a:lnTo>
                    <a:pt x="1" y="12127"/>
                  </a:lnTo>
                  <a:cubicBezTo>
                    <a:pt x="1" y="12402"/>
                    <a:pt x="217" y="12617"/>
                    <a:pt x="491" y="12617"/>
                  </a:cubicBezTo>
                  <a:lnTo>
                    <a:pt x="16058" y="12617"/>
                  </a:lnTo>
                  <a:cubicBezTo>
                    <a:pt x="16323" y="12617"/>
                    <a:pt x="16548" y="12402"/>
                    <a:pt x="16548" y="12127"/>
                  </a:cubicBezTo>
                  <a:lnTo>
                    <a:pt x="16548" y="491"/>
                  </a:lnTo>
                  <a:cubicBezTo>
                    <a:pt x="16548" y="226"/>
                    <a:pt x="16323" y="1"/>
                    <a:pt x="16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23;p125">
              <a:extLst>
                <a:ext uri="{FF2B5EF4-FFF2-40B4-BE49-F238E27FC236}">
                  <a16:creationId xmlns:a16="http://schemas.microsoft.com/office/drawing/2014/main" id="{08174086-25A0-A4F0-9E0D-E7B4ADFDA4A1}"/>
                </a:ext>
              </a:extLst>
            </p:cNvPr>
            <p:cNvSpPr/>
            <p:nvPr/>
          </p:nvSpPr>
          <p:spPr>
            <a:xfrm>
              <a:off x="6517013" y="3029588"/>
              <a:ext cx="173840" cy="38103"/>
            </a:xfrm>
            <a:custGeom>
              <a:avLst/>
              <a:gdLst/>
              <a:ahLst/>
              <a:cxnLst/>
              <a:rect l="l" t="t" r="r" b="b"/>
              <a:pathLst>
                <a:path w="8883" h="1947" extrusionOk="0">
                  <a:moveTo>
                    <a:pt x="2020" y="1"/>
                  </a:moveTo>
                  <a:lnTo>
                    <a:pt x="2020" y="971"/>
                  </a:lnTo>
                  <a:lnTo>
                    <a:pt x="560" y="971"/>
                  </a:lnTo>
                  <a:cubicBezTo>
                    <a:pt x="533" y="967"/>
                    <a:pt x="507" y="965"/>
                    <a:pt x="482" y="965"/>
                  </a:cubicBezTo>
                  <a:cubicBezTo>
                    <a:pt x="220" y="965"/>
                    <a:pt x="1" y="1184"/>
                    <a:pt x="1" y="1452"/>
                  </a:cubicBezTo>
                  <a:cubicBezTo>
                    <a:pt x="1" y="1733"/>
                    <a:pt x="227" y="1946"/>
                    <a:pt x="493" y="1946"/>
                  </a:cubicBezTo>
                  <a:cubicBezTo>
                    <a:pt x="515" y="1946"/>
                    <a:pt x="537" y="1945"/>
                    <a:pt x="560" y="1942"/>
                  </a:cubicBezTo>
                  <a:lnTo>
                    <a:pt x="8314" y="1942"/>
                  </a:lnTo>
                  <a:cubicBezTo>
                    <a:pt x="8336" y="1945"/>
                    <a:pt x="8359" y="1946"/>
                    <a:pt x="8381" y="1946"/>
                  </a:cubicBezTo>
                  <a:cubicBezTo>
                    <a:pt x="8648" y="1946"/>
                    <a:pt x="8882" y="1733"/>
                    <a:pt x="8882" y="1452"/>
                  </a:cubicBezTo>
                  <a:cubicBezTo>
                    <a:pt x="8882" y="1184"/>
                    <a:pt x="8655" y="965"/>
                    <a:pt x="8392" y="965"/>
                  </a:cubicBezTo>
                  <a:cubicBezTo>
                    <a:pt x="8366" y="965"/>
                    <a:pt x="8340" y="967"/>
                    <a:pt x="8314" y="971"/>
                  </a:cubicBezTo>
                  <a:lnTo>
                    <a:pt x="6863" y="971"/>
                  </a:lnTo>
                  <a:lnTo>
                    <a:pt x="6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1625;p125">
            <a:extLst>
              <a:ext uri="{FF2B5EF4-FFF2-40B4-BE49-F238E27FC236}">
                <a16:creationId xmlns:a16="http://schemas.microsoft.com/office/drawing/2014/main" id="{0594195F-92D1-828E-E427-07E5883AFCD1}"/>
              </a:ext>
            </a:extLst>
          </p:cNvPr>
          <p:cNvGrpSpPr/>
          <p:nvPr/>
        </p:nvGrpSpPr>
        <p:grpSpPr>
          <a:xfrm>
            <a:off x="4612318" y="823845"/>
            <a:ext cx="330381" cy="284822"/>
            <a:chOff x="6440671" y="1782489"/>
            <a:chExt cx="330381" cy="284822"/>
          </a:xfrm>
        </p:grpSpPr>
        <p:sp>
          <p:nvSpPr>
            <p:cNvPr id="21" name="Google Shape;1626;p125">
              <a:extLst>
                <a:ext uri="{FF2B5EF4-FFF2-40B4-BE49-F238E27FC236}">
                  <a16:creationId xmlns:a16="http://schemas.microsoft.com/office/drawing/2014/main" id="{E2D61176-BF3F-8956-E31F-FDDF1A475741}"/>
                </a:ext>
              </a:extLst>
            </p:cNvPr>
            <p:cNvSpPr/>
            <p:nvPr/>
          </p:nvSpPr>
          <p:spPr>
            <a:xfrm>
              <a:off x="6440671" y="1934450"/>
              <a:ext cx="326545" cy="132861"/>
            </a:xfrm>
            <a:custGeom>
              <a:avLst/>
              <a:gdLst/>
              <a:ahLst/>
              <a:cxnLst/>
              <a:rect l="l" t="t" r="r" b="b"/>
              <a:pathLst>
                <a:path w="16686" h="6789" extrusionOk="0">
                  <a:moveTo>
                    <a:pt x="492" y="1"/>
                  </a:moveTo>
                  <a:cubicBezTo>
                    <a:pt x="226" y="1"/>
                    <a:pt x="0" y="215"/>
                    <a:pt x="0" y="495"/>
                  </a:cubicBezTo>
                  <a:cubicBezTo>
                    <a:pt x="0" y="763"/>
                    <a:pt x="220" y="982"/>
                    <a:pt x="481" y="982"/>
                  </a:cubicBezTo>
                  <a:cubicBezTo>
                    <a:pt x="507" y="982"/>
                    <a:pt x="533" y="980"/>
                    <a:pt x="559" y="976"/>
                  </a:cubicBezTo>
                  <a:lnTo>
                    <a:pt x="7441" y="976"/>
                  </a:lnTo>
                  <a:lnTo>
                    <a:pt x="4069" y="6044"/>
                  </a:lnTo>
                  <a:cubicBezTo>
                    <a:pt x="3863" y="6357"/>
                    <a:pt x="4088" y="6789"/>
                    <a:pt x="4470" y="6789"/>
                  </a:cubicBezTo>
                  <a:lnTo>
                    <a:pt x="12225" y="6789"/>
                  </a:lnTo>
                  <a:cubicBezTo>
                    <a:pt x="12607" y="6789"/>
                    <a:pt x="12832" y="6357"/>
                    <a:pt x="12627" y="6044"/>
                  </a:cubicBezTo>
                  <a:lnTo>
                    <a:pt x="9254" y="976"/>
                  </a:lnTo>
                  <a:lnTo>
                    <a:pt x="16126" y="976"/>
                  </a:lnTo>
                  <a:cubicBezTo>
                    <a:pt x="16153" y="980"/>
                    <a:pt x="16179" y="982"/>
                    <a:pt x="16204" y="982"/>
                  </a:cubicBezTo>
                  <a:cubicBezTo>
                    <a:pt x="16466" y="982"/>
                    <a:pt x="16685" y="763"/>
                    <a:pt x="16685" y="495"/>
                  </a:cubicBezTo>
                  <a:cubicBezTo>
                    <a:pt x="16685" y="215"/>
                    <a:pt x="16459" y="1"/>
                    <a:pt x="16193" y="1"/>
                  </a:cubicBezTo>
                  <a:cubicBezTo>
                    <a:pt x="16171" y="1"/>
                    <a:pt x="16149" y="2"/>
                    <a:pt x="16126" y="5"/>
                  </a:cubicBezTo>
                  <a:lnTo>
                    <a:pt x="559" y="5"/>
                  </a:lnTo>
                  <a:cubicBezTo>
                    <a:pt x="537" y="2"/>
                    <a:pt x="514" y="1"/>
                    <a:pt x="4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27;p125">
              <a:extLst>
                <a:ext uri="{FF2B5EF4-FFF2-40B4-BE49-F238E27FC236}">
                  <a16:creationId xmlns:a16="http://schemas.microsoft.com/office/drawing/2014/main" id="{BD7680C3-1563-70DA-C3DF-801036E1611C}"/>
                </a:ext>
              </a:extLst>
            </p:cNvPr>
            <p:cNvSpPr/>
            <p:nvPr/>
          </p:nvSpPr>
          <p:spPr>
            <a:xfrm>
              <a:off x="6632887" y="1782607"/>
              <a:ext cx="138164" cy="132959"/>
            </a:xfrm>
            <a:custGeom>
              <a:avLst/>
              <a:gdLst/>
              <a:ahLst/>
              <a:cxnLst/>
              <a:rect l="l" t="t" r="r" b="b"/>
              <a:pathLst>
                <a:path w="7060" h="6794" extrusionOk="0">
                  <a:moveTo>
                    <a:pt x="3393" y="1872"/>
                  </a:moveTo>
                  <a:cubicBezTo>
                    <a:pt x="3687" y="1872"/>
                    <a:pt x="3922" y="2137"/>
                    <a:pt x="3873" y="2431"/>
                  </a:cubicBezTo>
                  <a:lnTo>
                    <a:pt x="3873" y="2921"/>
                  </a:lnTo>
                  <a:lnTo>
                    <a:pt x="4363" y="2921"/>
                  </a:lnTo>
                  <a:cubicBezTo>
                    <a:pt x="4390" y="2917"/>
                    <a:pt x="4416" y="2915"/>
                    <a:pt x="4441" y="2915"/>
                  </a:cubicBezTo>
                  <a:cubicBezTo>
                    <a:pt x="4703" y="2915"/>
                    <a:pt x="4922" y="3134"/>
                    <a:pt x="4922" y="3402"/>
                  </a:cubicBezTo>
                  <a:cubicBezTo>
                    <a:pt x="4922" y="3683"/>
                    <a:pt x="4696" y="3896"/>
                    <a:pt x="4430" y="3896"/>
                  </a:cubicBezTo>
                  <a:cubicBezTo>
                    <a:pt x="4408" y="3896"/>
                    <a:pt x="4386" y="3895"/>
                    <a:pt x="4363" y="3892"/>
                  </a:cubicBezTo>
                  <a:lnTo>
                    <a:pt x="3393" y="3892"/>
                  </a:lnTo>
                  <a:cubicBezTo>
                    <a:pt x="3118" y="3892"/>
                    <a:pt x="2903" y="3666"/>
                    <a:pt x="2903" y="3402"/>
                  </a:cubicBezTo>
                  <a:lnTo>
                    <a:pt x="2903" y="2431"/>
                  </a:lnTo>
                  <a:cubicBezTo>
                    <a:pt x="2863" y="2137"/>
                    <a:pt x="3089" y="1872"/>
                    <a:pt x="3393" y="1872"/>
                  </a:cubicBezTo>
                  <a:close/>
                  <a:moveTo>
                    <a:pt x="3423" y="1"/>
                  </a:moveTo>
                  <a:cubicBezTo>
                    <a:pt x="1677" y="1"/>
                    <a:pt x="1" y="1358"/>
                    <a:pt x="1" y="3402"/>
                  </a:cubicBezTo>
                  <a:cubicBezTo>
                    <a:pt x="11" y="5274"/>
                    <a:pt x="1520" y="6794"/>
                    <a:pt x="3393" y="6794"/>
                  </a:cubicBezTo>
                  <a:cubicBezTo>
                    <a:pt x="4765" y="6794"/>
                    <a:pt x="6010" y="5970"/>
                    <a:pt x="6530" y="4706"/>
                  </a:cubicBezTo>
                  <a:cubicBezTo>
                    <a:pt x="7059" y="3431"/>
                    <a:pt x="6765" y="1971"/>
                    <a:pt x="5795" y="1000"/>
                  </a:cubicBezTo>
                  <a:cubicBezTo>
                    <a:pt x="5104" y="310"/>
                    <a:pt x="4256" y="1"/>
                    <a:pt x="3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28;p125">
              <a:extLst>
                <a:ext uri="{FF2B5EF4-FFF2-40B4-BE49-F238E27FC236}">
                  <a16:creationId xmlns:a16="http://schemas.microsoft.com/office/drawing/2014/main" id="{64E1A3BF-B5F3-A849-150C-E6E1B2987660}"/>
                </a:ext>
              </a:extLst>
            </p:cNvPr>
            <p:cNvSpPr/>
            <p:nvPr/>
          </p:nvSpPr>
          <p:spPr>
            <a:xfrm>
              <a:off x="6473999" y="1782489"/>
              <a:ext cx="63563" cy="57105"/>
            </a:xfrm>
            <a:custGeom>
              <a:avLst/>
              <a:gdLst/>
              <a:ahLst/>
              <a:cxnLst/>
              <a:rect l="l" t="t" r="r" b="b"/>
              <a:pathLst>
                <a:path w="3248" h="2918" extrusionOk="0">
                  <a:moveTo>
                    <a:pt x="1809" y="1"/>
                  </a:moveTo>
                  <a:cubicBezTo>
                    <a:pt x="871" y="1"/>
                    <a:pt x="1" y="953"/>
                    <a:pt x="444" y="2026"/>
                  </a:cubicBezTo>
                  <a:cubicBezTo>
                    <a:pt x="671" y="2572"/>
                    <a:pt x="1209" y="2917"/>
                    <a:pt x="1784" y="2917"/>
                  </a:cubicBezTo>
                  <a:cubicBezTo>
                    <a:pt x="1879" y="2917"/>
                    <a:pt x="1976" y="2908"/>
                    <a:pt x="2071" y="2888"/>
                  </a:cubicBezTo>
                  <a:cubicBezTo>
                    <a:pt x="2758" y="2761"/>
                    <a:pt x="3248" y="2163"/>
                    <a:pt x="3248" y="1467"/>
                  </a:cubicBezTo>
                  <a:cubicBezTo>
                    <a:pt x="3248" y="1084"/>
                    <a:pt x="3091" y="712"/>
                    <a:pt x="2816" y="437"/>
                  </a:cubicBezTo>
                  <a:cubicBezTo>
                    <a:pt x="2514" y="132"/>
                    <a:pt x="2157" y="1"/>
                    <a:pt x="18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29;p125">
              <a:extLst>
                <a:ext uri="{FF2B5EF4-FFF2-40B4-BE49-F238E27FC236}">
                  <a16:creationId xmlns:a16="http://schemas.microsoft.com/office/drawing/2014/main" id="{BF5C702E-5FAF-C9E8-2DB7-DD091D07B81F}"/>
                </a:ext>
              </a:extLst>
            </p:cNvPr>
            <p:cNvSpPr/>
            <p:nvPr/>
          </p:nvSpPr>
          <p:spPr>
            <a:xfrm>
              <a:off x="6461200" y="1838616"/>
              <a:ext cx="95932" cy="76949"/>
            </a:xfrm>
            <a:custGeom>
              <a:avLst/>
              <a:gdLst/>
              <a:ahLst/>
              <a:cxnLst/>
              <a:rect l="l" t="t" r="r" b="b"/>
              <a:pathLst>
                <a:path w="4902" h="3932" extrusionOk="0">
                  <a:moveTo>
                    <a:pt x="2451" y="1"/>
                  </a:moveTo>
                  <a:cubicBezTo>
                    <a:pt x="1088" y="1"/>
                    <a:pt x="0" y="1118"/>
                    <a:pt x="30" y="2481"/>
                  </a:cubicBezTo>
                  <a:lnTo>
                    <a:pt x="30" y="3451"/>
                  </a:lnTo>
                  <a:cubicBezTo>
                    <a:pt x="30" y="3716"/>
                    <a:pt x="245" y="3932"/>
                    <a:pt x="520" y="3932"/>
                  </a:cubicBezTo>
                  <a:lnTo>
                    <a:pt x="4382" y="3932"/>
                  </a:lnTo>
                  <a:cubicBezTo>
                    <a:pt x="4647" y="3932"/>
                    <a:pt x="4872" y="3716"/>
                    <a:pt x="4872" y="3451"/>
                  </a:cubicBezTo>
                  <a:lnTo>
                    <a:pt x="4872" y="2481"/>
                  </a:lnTo>
                  <a:cubicBezTo>
                    <a:pt x="4902" y="1118"/>
                    <a:pt x="3814" y="1"/>
                    <a:pt x="2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1697;p125">
            <a:extLst>
              <a:ext uri="{FF2B5EF4-FFF2-40B4-BE49-F238E27FC236}">
                <a16:creationId xmlns:a16="http://schemas.microsoft.com/office/drawing/2014/main" id="{C29BE0DA-B94B-2113-DBAD-A647F22B4971}"/>
              </a:ext>
            </a:extLst>
          </p:cNvPr>
          <p:cNvGrpSpPr/>
          <p:nvPr/>
        </p:nvGrpSpPr>
        <p:grpSpPr>
          <a:xfrm>
            <a:off x="278355" y="2292408"/>
            <a:ext cx="342084" cy="324451"/>
            <a:chOff x="4108201" y="3817985"/>
            <a:chExt cx="342084" cy="324451"/>
          </a:xfrm>
        </p:grpSpPr>
        <p:sp>
          <p:nvSpPr>
            <p:cNvPr id="26" name="Google Shape;1698;p125">
              <a:extLst>
                <a:ext uri="{FF2B5EF4-FFF2-40B4-BE49-F238E27FC236}">
                  <a16:creationId xmlns:a16="http://schemas.microsoft.com/office/drawing/2014/main" id="{0920B128-BBCC-881D-062B-BD2E73B9CBDD}"/>
                </a:ext>
              </a:extLst>
            </p:cNvPr>
            <p:cNvSpPr/>
            <p:nvPr/>
          </p:nvSpPr>
          <p:spPr>
            <a:xfrm>
              <a:off x="4108201" y="3817985"/>
              <a:ext cx="286250" cy="208166"/>
            </a:xfrm>
            <a:custGeom>
              <a:avLst/>
              <a:gdLst/>
              <a:ahLst/>
              <a:cxnLst/>
              <a:rect l="l" t="t" r="r" b="b"/>
              <a:pathLst>
                <a:path w="14627" h="10637" extrusionOk="0">
                  <a:moveTo>
                    <a:pt x="8246" y="1"/>
                  </a:moveTo>
                  <a:cubicBezTo>
                    <a:pt x="7076" y="1"/>
                    <a:pt x="5899" y="250"/>
                    <a:pt x="4794" y="760"/>
                  </a:cubicBezTo>
                  <a:cubicBezTo>
                    <a:pt x="1873" y="2113"/>
                    <a:pt x="0" y="5054"/>
                    <a:pt x="10" y="8279"/>
                  </a:cubicBezTo>
                  <a:cubicBezTo>
                    <a:pt x="20" y="8975"/>
                    <a:pt x="118" y="9661"/>
                    <a:pt x="304" y="10338"/>
                  </a:cubicBezTo>
                  <a:cubicBezTo>
                    <a:pt x="394" y="10545"/>
                    <a:pt x="572" y="10637"/>
                    <a:pt x="749" y="10637"/>
                  </a:cubicBezTo>
                  <a:cubicBezTo>
                    <a:pt x="1015" y="10637"/>
                    <a:pt x="1281" y="10429"/>
                    <a:pt x="1245" y="10093"/>
                  </a:cubicBezTo>
                  <a:lnTo>
                    <a:pt x="1236" y="10093"/>
                  </a:lnTo>
                  <a:cubicBezTo>
                    <a:pt x="1069" y="9505"/>
                    <a:pt x="981" y="8887"/>
                    <a:pt x="981" y="8279"/>
                  </a:cubicBezTo>
                  <a:cubicBezTo>
                    <a:pt x="961" y="5368"/>
                    <a:pt x="2677" y="2740"/>
                    <a:pt x="5343" y="1584"/>
                  </a:cubicBezTo>
                  <a:cubicBezTo>
                    <a:pt x="6279" y="1174"/>
                    <a:pt x="7269" y="975"/>
                    <a:pt x="8251" y="975"/>
                  </a:cubicBezTo>
                  <a:cubicBezTo>
                    <a:pt x="10064" y="975"/>
                    <a:pt x="11851" y="1655"/>
                    <a:pt x="13225" y="2946"/>
                  </a:cubicBezTo>
                  <a:lnTo>
                    <a:pt x="12156" y="2946"/>
                  </a:lnTo>
                  <a:cubicBezTo>
                    <a:pt x="12130" y="2942"/>
                    <a:pt x="12104" y="2940"/>
                    <a:pt x="12078" y="2940"/>
                  </a:cubicBezTo>
                  <a:cubicBezTo>
                    <a:pt x="11817" y="2940"/>
                    <a:pt x="11597" y="3159"/>
                    <a:pt x="11597" y="3427"/>
                  </a:cubicBezTo>
                  <a:cubicBezTo>
                    <a:pt x="11597" y="3707"/>
                    <a:pt x="11823" y="3921"/>
                    <a:pt x="12090" y="3921"/>
                  </a:cubicBezTo>
                  <a:cubicBezTo>
                    <a:pt x="12112" y="3921"/>
                    <a:pt x="12134" y="3920"/>
                    <a:pt x="12156" y="3917"/>
                  </a:cubicBezTo>
                  <a:lnTo>
                    <a:pt x="14097" y="3917"/>
                  </a:lnTo>
                  <a:cubicBezTo>
                    <a:pt x="14362" y="3917"/>
                    <a:pt x="14578" y="3701"/>
                    <a:pt x="14587" y="3427"/>
                  </a:cubicBezTo>
                  <a:lnTo>
                    <a:pt x="14587" y="1495"/>
                  </a:lnTo>
                  <a:cubicBezTo>
                    <a:pt x="14627" y="1192"/>
                    <a:pt x="14401" y="927"/>
                    <a:pt x="14097" y="927"/>
                  </a:cubicBezTo>
                  <a:cubicBezTo>
                    <a:pt x="13803" y="927"/>
                    <a:pt x="13568" y="1192"/>
                    <a:pt x="13617" y="1495"/>
                  </a:cubicBezTo>
                  <a:lnTo>
                    <a:pt x="13617" y="1995"/>
                  </a:lnTo>
                  <a:cubicBezTo>
                    <a:pt x="12090" y="682"/>
                    <a:pt x="10179" y="1"/>
                    <a:pt x="8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99;p125">
              <a:extLst>
                <a:ext uri="{FF2B5EF4-FFF2-40B4-BE49-F238E27FC236}">
                  <a16:creationId xmlns:a16="http://schemas.microsoft.com/office/drawing/2014/main" id="{CA6BD23F-602F-7234-C6A8-A15488294F05}"/>
                </a:ext>
              </a:extLst>
            </p:cNvPr>
            <p:cNvSpPr/>
            <p:nvPr/>
          </p:nvSpPr>
          <p:spPr>
            <a:xfrm>
              <a:off x="4127008" y="3912273"/>
              <a:ext cx="323277" cy="230163"/>
            </a:xfrm>
            <a:custGeom>
              <a:avLst/>
              <a:gdLst/>
              <a:ahLst/>
              <a:cxnLst/>
              <a:rect l="l" t="t" r="r" b="b"/>
              <a:pathLst>
                <a:path w="16519" h="11761" extrusionOk="0">
                  <a:moveTo>
                    <a:pt x="14483" y="1"/>
                  </a:moveTo>
                  <a:cubicBezTo>
                    <a:pt x="14420" y="1"/>
                    <a:pt x="14355" y="13"/>
                    <a:pt x="14293" y="40"/>
                  </a:cubicBezTo>
                  <a:cubicBezTo>
                    <a:pt x="14018" y="148"/>
                    <a:pt x="13911" y="481"/>
                    <a:pt x="14058" y="736"/>
                  </a:cubicBezTo>
                  <a:cubicBezTo>
                    <a:pt x="15450" y="4128"/>
                    <a:pt x="14097" y="8020"/>
                    <a:pt x="10901" y="9823"/>
                  </a:cubicBezTo>
                  <a:cubicBezTo>
                    <a:pt x="9780" y="10458"/>
                    <a:pt x="8554" y="10763"/>
                    <a:pt x="7342" y="10763"/>
                  </a:cubicBezTo>
                  <a:cubicBezTo>
                    <a:pt x="5108" y="10763"/>
                    <a:pt x="2917" y="9730"/>
                    <a:pt x="1500" y="7824"/>
                  </a:cubicBezTo>
                  <a:lnTo>
                    <a:pt x="2470" y="7824"/>
                  </a:lnTo>
                  <a:cubicBezTo>
                    <a:pt x="2497" y="7828"/>
                    <a:pt x="2523" y="7830"/>
                    <a:pt x="2548" y="7830"/>
                  </a:cubicBezTo>
                  <a:cubicBezTo>
                    <a:pt x="2810" y="7830"/>
                    <a:pt x="3029" y="7611"/>
                    <a:pt x="3029" y="7343"/>
                  </a:cubicBezTo>
                  <a:cubicBezTo>
                    <a:pt x="3029" y="7062"/>
                    <a:pt x="2803" y="6849"/>
                    <a:pt x="2537" y="6849"/>
                  </a:cubicBezTo>
                  <a:cubicBezTo>
                    <a:pt x="2515" y="6849"/>
                    <a:pt x="2493" y="6850"/>
                    <a:pt x="2470" y="6853"/>
                  </a:cubicBezTo>
                  <a:lnTo>
                    <a:pt x="539" y="6853"/>
                  </a:lnTo>
                  <a:cubicBezTo>
                    <a:pt x="265" y="6853"/>
                    <a:pt x="49" y="7069"/>
                    <a:pt x="49" y="7343"/>
                  </a:cubicBezTo>
                  <a:lnTo>
                    <a:pt x="49" y="9274"/>
                  </a:lnTo>
                  <a:cubicBezTo>
                    <a:pt x="0" y="9568"/>
                    <a:pt x="226" y="9843"/>
                    <a:pt x="529" y="9843"/>
                  </a:cubicBezTo>
                  <a:cubicBezTo>
                    <a:pt x="833" y="9843"/>
                    <a:pt x="1059" y="9568"/>
                    <a:pt x="1010" y="9274"/>
                  </a:cubicBezTo>
                  <a:lnTo>
                    <a:pt x="1010" y="8774"/>
                  </a:lnTo>
                  <a:cubicBezTo>
                    <a:pt x="2624" y="10724"/>
                    <a:pt x="4977" y="11761"/>
                    <a:pt x="7364" y="11761"/>
                  </a:cubicBezTo>
                  <a:cubicBezTo>
                    <a:pt x="8819" y="11761"/>
                    <a:pt x="10286" y="11376"/>
                    <a:pt x="11607" y="10578"/>
                  </a:cubicBezTo>
                  <a:cubicBezTo>
                    <a:pt x="15097" y="8480"/>
                    <a:pt x="16518" y="4138"/>
                    <a:pt x="14950" y="373"/>
                  </a:cubicBezTo>
                  <a:lnTo>
                    <a:pt x="14960" y="373"/>
                  </a:lnTo>
                  <a:cubicBezTo>
                    <a:pt x="14899" y="146"/>
                    <a:pt x="14698" y="1"/>
                    <a:pt x="14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700;p125">
              <a:extLst>
                <a:ext uri="{FF2B5EF4-FFF2-40B4-BE49-F238E27FC236}">
                  <a16:creationId xmlns:a16="http://schemas.microsoft.com/office/drawing/2014/main" id="{3AC13BE1-8624-0803-EF91-FF4AD8A7AB22}"/>
                </a:ext>
              </a:extLst>
            </p:cNvPr>
            <p:cNvSpPr/>
            <p:nvPr/>
          </p:nvSpPr>
          <p:spPr>
            <a:xfrm>
              <a:off x="4257265" y="3856635"/>
              <a:ext cx="22466" cy="19120"/>
            </a:xfrm>
            <a:custGeom>
              <a:avLst/>
              <a:gdLst/>
              <a:ahLst/>
              <a:cxnLst/>
              <a:rect l="l" t="t" r="r" b="b"/>
              <a:pathLst>
                <a:path w="1148" h="977" extrusionOk="0">
                  <a:moveTo>
                    <a:pt x="657" y="1"/>
                  </a:moveTo>
                  <a:cubicBezTo>
                    <a:pt x="216" y="1"/>
                    <a:pt x="0" y="520"/>
                    <a:pt x="304" y="834"/>
                  </a:cubicBezTo>
                  <a:cubicBezTo>
                    <a:pt x="406" y="932"/>
                    <a:pt x="529" y="976"/>
                    <a:pt x="651" y="976"/>
                  </a:cubicBezTo>
                  <a:cubicBezTo>
                    <a:pt x="905" y="976"/>
                    <a:pt x="1147" y="783"/>
                    <a:pt x="1147" y="491"/>
                  </a:cubicBezTo>
                  <a:cubicBezTo>
                    <a:pt x="1147" y="216"/>
                    <a:pt x="922" y="1"/>
                    <a:pt x="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01;p125">
              <a:extLst>
                <a:ext uri="{FF2B5EF4-FFF2-40B4-BE49-F238E27FC236}">
                  <a16:creationId xmlns:a16="http://schemas.microsoft.com/office/drawing/2014/main" id="{370759B7-0309-EE53-F820-4222421048FC}"/>
                </a:ext>
              </a:extLst>
            </p:cNvPr>
            <p:cNvSpPr/>
            <p:nvPr/>
          </p:nvSpPr>
          <p:spPr>
            <a:xfrm>
              <a:off x="4257265" y="4084176"/>
              <a:ext cx="22466" cy="19237"/>
            </a:xfrm>
            <a:custGeom>
              <a:avLst/>
              <a:gdLst/>
              <a:ahLst/>
              <a:cxnLst/>
              <a:rect l="l" t="t" r="r" b="b"/>
              <a:pathLst>
                <a:path w="1148" h="983" extrusionOk="0">
                  <a:moveTo>
                    <a:pt x="657" y="0"/>
                  </a:moveTo>
                  <a:cubicBezTo>
                    <a:pt x="216" y="0"/>
                    <a:pt x="0" y="530"/>
                    <a:pt x="304" y="833"/>
                  </a:cubicBezTo>
                  <a:cubicBezTo>
                    <a:pt x="407" y="936"/>
                    <a:pt x="532" y="982"/>
                    <a:pt x="655" y="982"/>
                  </a:cubicBezTo>
                  <a:cubicBezTo>
                    <a:pt x="908" y="982"/>
                    <a:pt x="1147" y="787"/>
                    <a:pt x="1147" y="490"/>
                  </a:cubicBezTo>
                  <a:cubicBezTo>
                    <a:pt x="1147" y="216"/>
                    <a:pt x="922" y="0"/>
                    <a:pt x="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02;p125">
              <a:extLst>
                <a:ext uri="{FF2B5EF4-FFF2-40B4-BE49-F238E27FC236}">
                  <a16:creationId xmlns:a16="http://schemas.microsoft.com/office/drawing/2014/main" id="{88FA98CA-BE24-2781-F3E7-449F6F0BF8D0}"/>
                </a:ext>
              </a:extLst>
            </p:cNvPr>
            <p:cNvSpPr/>
            <p:nvPr/>
          </p:nvSpPr>
          <p:spPr>
            <a:xfrm>
              <a:off x="4143505" y="3970415"/>
              <a:ext cx="22466" cy="19179"/>
            </a:xfrm>
            <a:custGeom>
              <a:avLst/>
              <a:gdLst/>
              <a:ahLst/>
              <a:cxnLst/>
              <a:rect l="l" t="t" r="r" b="b"/>
              <a:pathLst>
                <a:path w="1148" h="980" extrusionOk="0">
                  <a:moveTo>
                    <a:pt x="657" y="0"/>
                  </a:moveTo>
                  <a:cubicBezTo>
                    <a:pt x="216" y="0"/>
                    <a:pt x="0" y="529"/>
                    <a:pt x="304" y="833"/>
                  </a:cubicBezTo>
                  <a:cubicBezTo>
                    <a:pt x="405" y="935"/>
                    <a:pt x="529" y="980"/>
                    <a:pt x="651" y="980"/>
                  </a:cubicBezTo>
                  <a:cubicBezTo>
                    <a:pt x="905" y="980"/>
                    <a:pt x="1147" y="782"/>
                    <a:pt x="1147" y="490"/>
                  </a:cubicBezTo>
                  <a:cubicBezTo>
                    <a:pt x="1147" y="216"/>
                    <a:pt x="922" y="0"/>
                    <a:pt x="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03;p125">
              <a:extLst>
                <a:ext uri="{FF2B5EF4-FFF2-40B4-BE49-F238E27FC236}">
                  <a16:creationId xmlns:a16="http://schemas.microsoft.com/office/drawing/2014/main" id="{B18783C2-EE94-0707-E30A-C0D4B35FC69A}"/>
                </a:ext>
              </a:extLst>
            </p:cNvPr>
            <p:cNvSpPr/>
            <p:nvPr/>
          </p:nvSpPr>
          <p:spPr>
            <a:xfrm>
              <a:off x="4371026" y="3970415"/>
              <a:ext cx="22466" cy="19179"/>
            </a:xfrm>
            <a:custGeom>
              <a:avLst/>
              <a:gdLst/>
              <a:ahLst/>
              <a:cxnLst/>
              <a:rect l="l" t="t" r="r" b="b"/>
              <a:pathLst>
                <a:path w="1148" h="980" extrusionOk="0">
                  <a:moveTo>
                    <a:pt x="657" y="0"/>
                  </a:moveTo>
                  <a:cubicBezTo>
                    <a:pt x="216" y="0"/>
                    <a:pt x="1" y="529"/>
                    <a:pt x="314" y="833"/>
                  </a:cubicBezTo>
                  <a:cubicBezTo>
                    <a:pt x="413" y="935"/>
                    <a:pt x="534" y="980"/>
                    <a:pt x="654" y="980"/>
                  </a:cubicBezTo>
                  <a:cubicBezTo>
                    <a:pt x="905" y="980"/>
                    <a:pt x="1148" y="782"/>
                    <a:pt x="1148" y="490"/>
                  </a:cubicBezTo>
                  <a:cubicBezTo>
                    <a:pt x="1148" y="216"/>
                    <a:pt x="932" y="0"/>
                    <a:pt x="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704;p125">
              <a:extLst>
                <a:ext uri="{FF2B5EF4-FFF2-40B4-BE49-F238E27FC236}">
                  <a16:creationId xmlns:a16="http://schemas.microsoft.com/office/drawing/2014/main" id="{3B08B410-6F9C-E7BD-C5C9-714090B10752}"/>
                </a:ext>
              </a:extLst>
            </p:cNvPr>
            <p:cNvSpPr/>
            <p:nvPr/>
          </p:nvSpPr>
          <p:spPr>
            <a:xfrm>
              <a:off x="4201491" y="3893094"/>
              <a:ext cx="136559" cy="152470"/>
            </a:xfrm>
            <a:custGeom>
              <a:avLst/>
              <a:gdLst/>
              <a:ahLst/>
              <a:cxnLst/>
              <a:rect l="l" t="t" r="r" b="b"/>
              <a:pathLst>
                <a:path w="6978" h="7791" extrusionOk="0">
                  <a:moveTo>
                    <a:pt x="3507" y="0"/>
                  </a:moveTo>
                  <a:cubicBezTo>
                    <a:pt x="3213" y="0"/>
                    <a:pt x="2978" y="265"/>
                    <a:pt x="3027" y="559"/>
                  </a:cubicBezTo>
                  <a:lnTo>
                    <a:pt x="3027" y="3069"/>
                  </a:lnTo>
                  <a:cubicBezTo>
                    <a:pt x="2213" y="3353"/>
                    <a:pt x="1831" y="4284"/>
                    <a:pt x="2194" y="5069"/>
                  </a:cubicBezTo>
                  <a:lnTo>
                    <a:pt x="262" y="7000"/>
                  </a:lnTo>
                  <a:cubicBezTo>
                    <a:pt x="0" y="7362"/>
                    <a:pt x="290" y="7791"/>
                    <a:pt x="649" y="7791"/>
                  </a:cubicBezTo>
                  <a:cubicBezTo>
                    <a:pt x="747" y="7791"/>
                    <a:pt x="850" y="7759"/>
                    <a:pt x="949" y="7686"/>
                  </a:cubicBezTo>
                  <a:lnTo>
                    <a:pt x="2880" y="5755"/>
                  </a:lnTo>
                  <a:cubicBezTo>
                    <a:pt x="3082" y="5848"/>
                    <a:pt x="3293" y="5892"/>
                    <a:pt x="3501" y="5892"/>
                  </a:cubicBezTo>
                  <a:cubicBezTo>
                    <a:pt x="4101" y="5892"/>
                    <a:pt x="4669" y="5526"/>
                    <a:pt x="4880" y="4922"/>
                  </a:cubicBezTo>
                  <a:lnTo>
                    <a:pt x="6419" y="4922"/>
                  </a:lnTo>
                  <a:cubicBezTo>
                    <a:pt x="6977" y="4843"/>
                    <a:pt x="6977" y="4039"/>
                    <a:pt x="6419" y="3951"/>
                  </a:cubicBezTo>
                  <a:lnTo>
                    <a:pt x="4880" y="3951"/>
                  </a:lnTo>
                  <a:cubicBezTo>
                    <a:pt x="4733" y="3539"/>
                    <a:pt x="4409" y="3216"/>
                    <a:pt x="3997" y="3069"/>
                  </a:cubicBezTo>
                  <a:lnTo>
                    <a:pt x="3997" y="559"/>
                  </a:lnTo>
                  <a:cubicBezTo>
                    <a:pt x="4037" y="265"/>
                    <a:pt x="3811" y="0"/>
                    <a:pt x="3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18591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521B8-4050-C4FB-821E-7A3689858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18C9EC6-2BF0-0495-E277-ADA0B917C37C}"/>
              </a:ext>
            </a:extLst>
          </p:cNvPr>
          <p:cNvSpPr txBox="1">
            <a:spLocks/>
          </p:cNvSpPr>
          <p:nvPr/>
        </p:nvSpPr>
        <p:spPr>
          <a:xfrm>
            <a:off x="4987587" y="651429"/>
            <a:ext cx="3970428" cy="3202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D72A3EAE-C231-455A-1BEF-664307D8F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63803" y="1866194"/>
            <a:ext cx="7940348" cy="1411111"/>
          </a:xfrm>
        </p:spPr>
        <p:txBody>
          <a:bodyPr/>
          <a:lstStyle/>
          <a:p>
            <a:pPr marL="0" indent="0" algn="ctr"/>
            <a:r>
              <a:rPr lang="en-GB" sz="3200" b="1" dirty="0"/>
              <a:t>Stock Management</a:t>
            </a:r>
            <a:endParaRPr lang="en-GB" sz="3200" b="1" dirty="0">
              <a:latin typeface="Montserrat"/>
              <a:cs typeface="Arial"/>
              <a:sym typeface="Arial"/>
            </a:endParaRPr>
          </a:p>
          <a:p>
            <a:pPr marL="0" indent="0" algn="ctr">
              <a:buFont typeface="Arial"/>
            </a:pPr>
            <a:endParaRPr lang="en-GB" sz="3200" b="1" dirty="0">
              <a:latin typeface="Montserrat"/>
              <a:cs typeface="Arial"/>
              <a:sym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5EE1D4-BCDC-4316-4FAC-4437C8A39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28" y="449636"/>
            <a:ext cx="4751047" cy="39032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13562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4B47E595-826E-9CDF-3E7F-56D193A22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">
            <a:extLst>
              <a:ext uri="{FF2B5EF4-FFF2-40B4-BE49-F238E27FC236}">
                <a16:creationId xmlns:a16="http://schemas.microsoft.com/office/drawing/2014/main" id="{AD34ED44-5429-07D6-1921-9FF25BCC10F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33825" y="1017725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GB" sz="2000" dirty="0"/>
          </a:p>
          <a:p>
            <a:r>
              <a:rPr lang="en-US" sz="2000" dirty="0"/>
              <a:t>Material allocation per ticket </a:t>
            </a:r>
          </a:p>
          <a:p>
            <a:r>
              <a:rPr lang="en-US" sz="2000" dirty="0"/>
              <a:t>Automatic stock deduction Inventory visibility</a:t>
            </a:r>
          </a:p>
          <a:p>
            <a:r>
              <a:rPr lang="en-US" sz="2000" dirty="0"/>
              <a:t>Consumption tracking</a:t>
            </a:r>
          </a:p>
        </p:txBody>
      </p:sp>
      <p:sp>
        <p:nvSpPr>
          <p:cNvPr id="560" name="Google Shape;560;p67">
            <a:extLst>
              <a:ext uri="{FF2B5EF4-FFF2-40B4-BE49-F238E27FC236}">
                <a16:creationId xmlns:a16="http://schemas.microsoft.com/office/drawing/2014/main" id="{0C3F550E-D5CC-50A9-8FEA-BEC4979E13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5750" y="635525"/>
            <a:ext cx="213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Functions</a:t>
            </a:r>
            <a:endParaRPr dirty="0"/>
          </a:p>
        </p:txBody>
      </p:sp>
      <p:sp>
        <p:nvSpPr>
          <p:cNvPr id="4" name="Google Shape;559;p67">
            <a:extLst>
              <a:ext uri="{FF2B5EF4-FFF2-40B4-BE49-F238E27FC236}">
                <a16:creationId xmlns:a16="http://schemas.microsoft.com/office/drawing/2014/main" id="{F6B4E8ED-13EE-DAF3-FB86-BB8DF689704D}"/>
              </a:ext>
            </a:extLst>
          </p:cNvPr>
          <p:cNvSpPr txBox="1">
            <a:spLocks/>
          </p:cNvSpPr>
          <p:nvPr/>
        </p:nvSpPr>
        <p:spPr>
          <a:xfrm>
            <a:off x="4498200" y="1073425"/>
            <a:ext cx="3847200" cy="23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14300" indent="0">
              <a:buNone/>
            </a:pPr>
            <a:endParaRPr lang="en-US" sz="2000" dirty="0"/>
          </a:p>
          <a:p>
            <a:r>
              <a:rPr lang="en-US" sz="2000" dirty="0"/>
              <a:t>Improved inventory control</a:t>
            </a:r>
          </a:p>
          <a:p>
            <a:r>
              <a:rPr lang="en-US" sz="2000" dirty="0"/>
              <a:t>Reduced material losses</a:t>
            </a:r>
          </a:p>
          <a:p>
            <a:r>
              <a:rPr lang="en-US" sz="2000" dirty="0"/>
              <a:t>Better planning and forecasting</a:t>
            </a:r>
          </a:p>
          <a:p>
            <a:endParaRPr lang="en-US" sz="2000" dirty="0"/>
          </a:p>
        </p:txBody>
      </p:sp>
      <p:sp>
        <p:nvSpPr>
          <p:cNvPr id="5" name="Google Shape;560;p67">
            <a:extLst>
              <a:ext uri="{FF2B5EF4-FFF2-40B4-BE49-F238E27FC236}">
                <a16:creationId xmlns:a16="http://schemas.microsoft.com/office/drawing/2014/main" id="{99BA3D3B-7AC6-556D-4A66-615A00BA69C4}"/>
              </a:ext>
            </a:extLst>
          </p:cNvPr>
          <p:cNvSpPr txBox="1">
            <a:spLocks/>
          </p:cNvSpPr>
          <p:nvPr/>
        </p:nvSpPr>
        <p:spPr>
          <a:xfrm>
            <a:off x="5020125" y="691225"/>
            <a:ext cx="2135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Benefits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26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18CA0-C632-58BC-D313-89E12702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0E18AB-5D55-A502-FA89-911726763E2D}"/>
              </a:ext>
            </a:extLst>
          </p:cNvPr>
          <p:cNvSpPr txBox="1">
            <a:spLocks/>
          </p:cNvSpPr>
          <p:nvPr/>
        </p:nvSpPr>
        <p:spPr>
          <a:xfrm>
            <a:off x="4987587" y="651429"/>
            <a:ext cx="3970428" cy="3202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F8F5FA5D-9E26-71F9-A732-20318B63B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05352" y="841792"/>
            <a:ext cx="4365963" cy="1425158"/>
          </a:xfrm>
        </p:spPr>
        <p:txBody>
          <a:bodyPr/>
          <a:lstStyle/>
          <a:p>
            <a:pPr marL="0" indent="0" algn="ctr"/>
            <a:endParaRPr lang="en-GB" sz="2800" b="1" dirty="0"/>
          </a:p>
          <a:p>
            <a:pPr marL="0" indent="0" algn="ctr"/>
            <a:r>
              <a:rPr lang="en-GB" sz="2800" b="1" dirty="0"/>
              <a:t>Customer Communication</a:t>
            </a:r>
            <a:endParaRPr lang="en-GB" sz="2800" b="1" dirty="0">
              <a:latin typeface="Montserrat"/>
              <a:cs typeface="Arial"/>
              <a:sym typeface="Arial"/>
            </a:endParaRPr>
          </a:p>
          <a:p>
            <a:pPr marL="0" indent="0" algn="ctr">
              <a:buFont typeface="Arial"/>
            </a:pPr>
            <a:endParaRPr lang="en-GB" sz="2800" b="1" dirty="0">
              <a:latin typeface="Montserrat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DE855C-D7BA-F46E-6E21-073DA0D72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03" y="504824"/>
            <a:ext cx="4613071" cy="35814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49678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C57CDD64-7DBB-B272-7A5A-58A64B8EB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">
            <a:extLst>
              <a:ext uri="{FF2B5EF4-FFF2-40B4-BE49-F238E27FC236}">
                <a16:creationId xmlns:a16="http://schemas.microsoft.com/office/drawing/2014/main" id="{A1ACA799-7C94-EAB4-AD33-2D9B62251E2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24300" y="175115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000" dirty="0"/>
              <a:t>Customers receive updates on:</a:t>
            </a:r>
          </a:p>
          <a:p>
            <a:pPr marL="114300" indent="0">
              <a:buNone/>
            </a:pPr>
            <a:endParaRPr lang="en-US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Ticket creation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Assignment status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Work in progress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Resolution completed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Ticket closure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560" name="Google Shape;560;p67">
            <a:extLst>
              <a:ext uri="{FF2B5EF4-FFF2-40B4-BE49-F238E27FC236}">
                <a16:creationId xmlns:a16="http://schemas.microsoft.com/office/drawing/2014/main" id="{DFC3FC66-7E72-E272-EDD9-FF6B62F5AA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47200" y="568850"/>
            <a:ext cx="417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Automated Notifications</a:t>
            </a:r>
            <a:br>
              <a:rPr lang="en-US" dirty="0"/>
            </a:br>
            <a:endParaRPr dirty="0"/>
          </a:p>
        </p:txBody>
      </p:sp>
      <p:sp>
        <p:nvSpPr>
          <p:cNvPr id="4" name="Google Shape;559;p67">
            <a:extLst>
              <a:ext uri="{FF2B5EF4-FFF2-40B4-BE49-F238E27FC236}">
                <a16:creationId xmlns:a16="http://schemas.microsoft.com/office/drawing/2014/main" id="{8AE65AAA-22CD-4623-5E65-A5B67CF28B6A}"/>
              </a:ext>
            </a:extLst>
          </p:cNvPr>
          <p:cNvSpPr txBox="1">
            <a:spLocks/>
          </p:cNvSpPr>
          <p:nvPr/>
        </p:nvSpPr>
        <p:spPr>
          <a:xfrm>
            <a:off x="4698225" y="855200"/>
            <a:ext cx="3847200" cy="23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14300" indent="0">
              <a:buNone/>
            </a:pPr>
            <a:endParaRPr lang="en-US" sz="2000" dirty="0"/>
          </a:p>
          <a:p>
            <a:r>
              <a:rPr lang="en-US" sz="2000" dirty="0"/>
              <a:t>Improved inventory control</a:t>
            </a:r>
          </a:p>
          <a:p>
            <a:r>
              <a:rPr lang="en-US" sz="2000" dirty="0"/>
              <a:t>SMS </a:t>
            </a:r>
          </a:p>
          <a:p>
            <a:r>
              <a:rPr lang="en-US" sz="2000" dirty="0"/>
              <a:t>Mobile notifications </a:t>
            </a:r>
          </a:p>
          <a:p>
            <a:r>
              <a:rPr lang="en-US" sz="2000" dirty="0"/>
              <a:t>Call Center updates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Google Shape;560;p67">
            <a:extLst>
              <a:ext uri="{FF2B5EF4-FFF2-40B4-BE49-F238E27FC236}">
                <a16:creationId xmlns:a16="http://schemas.microsoft.com/office/drawing/2014/main" id="{C1ADF5E3-F052-FEE1-D768-5990661013B5}"/>
              </a:ext>
            </a:extLst>
          </p:cNvPr>
          <p:cNvSpPr txBox="1">
            <a:spLocks/>
          </p:cNvSpPr>
          <p:nvPr/>
        </p:nvSpPr>
        <p:spPr>
          <a:xfrm>
            <a:off x="4171500" y="691225"/>
            <a:ext cx="474539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Communication Channels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4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4243-2EA5-1A1F-8584-D59BF2C27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EED6E0-4C17-A215-93A1-7C456006DD4E}"/>
              </a:ext>
            </a:extLst>
          </p:cNvPr>
          <p:cNvSpPr txBox="1">
            <a:spLocks/>
          </p:cNvSpPr>
          <p:nvPr/>
        </p:nvSpPr>
        <p:spPr>
          <a:xfrm>
            <a:off x="4987587" y="651429"/>
            <a:ext cx="3970428" cy="3202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56DBA0A5-C9AD-1529-72A6-CFFB4EBF1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2175" y="1301878"/>
            <a:ext cx="4365963" cy="1425158"/>
          </a:xfrm>
        </p:spPr>
        <p:txBody>
          <a:bodyPr/>
          <a:lstStyle/>
          <a:p>
            <a:pPr marL="0" indent="0" algn="ctr"/>
            <a:endParaRPr lang="en-GB" sz="2800" b="1" dirty="0"/>
          </a:p>
          <a:p>
            <a:pPr marL="0" indent="0" algn="ctr"/>
            <a:r>
              <a:rPr lang="en-GB" sz="2800" dirty="0"/>
              <a:t>Reporting &amp; KPI Dashboard</a:t>
            </a:r>
            <a:r>
              <a:rPr lang="en-GB" sz="2800" b="1" dirty="0"/>
              <a:t> </a:t>
            </a:r>
            <a:endParaRPr lang="en-GB" sz="2800" b="1" dirty="0">
              <a:latin typeface="Montserrat"/>
              <a:cs typeface="Arial"/>
              <a:sym typeface="Arial"/>
            </a:endParaRPr>
          </a:p>
          <a:p>
            <a:pPr marL="0" indent="0" algn="ctr">
              <a:buFont typeface="Arial"/>
            </a:pPr>
            <a:endParaRPr lang="en-GB" sz="2800" b="1" dirty="0">
              <a:latin typeface="Montserrat"/>
              <a:cs typeface="Arial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9B7BA9-EEAF-E296-9E6C-45E481D76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86" y="353483"/>
            <a:ext cx="2957689" cy="443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80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0">
          <a:extLst>
            <a:ext uri="{FF2B5EF4-FFF2-40B4-BE49-F238E27FC236}">
              <a16:creationId xmlns:a16="http://schemas.microsoft.com/office/drawing/2014/main" id="{1D7CE9FC-EB2F-5C13-0D68-8D2B7615A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130">
            <a:extLst>
              <a:ext uri="{FF2B5EF4-FFF2-40B4-BE49-F238E27FC236}">
                <a16:creationId xmlns:a16="http://schemas.microsoft.com/office/drawing/2014/main" id="{248BDB4D-0806-8FD1-C12C-662ECC1ADB6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2809" y="789251"/>
            <a:ext cx="3983967" cy="21046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200" b="1" dirty="0"/>
              <a:t>Executive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Open tickets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Closed tickets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SLA compliance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Technician productivity </a:t>
            </a:r>
          </a:p>
          <a:p>
            <a:pPr>
              <a:buNone/>
            </a:pPr>
            <a:endParaRPr lang="en-US" sz="1200" dirty="0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/>
          </a:p>
        </p:txBody>
      </p:sp>
      <p:sp>
        <p:nvSpPr>
          <p:cNvPr id="6" name="Google Shape;1892;p130">
            <a:extLst>
              <a:ext uri="{FF2B5EF4-FFF2-40B4-BE49-F238E27FC236}">
                <a16:creationId xmlns:a16="http://schemas.microsoft.com/office/drawing/2014/main" id="{E2A839F0-05CC-F968-C5B8-0CA0FC17C4A0}"/>
              </a:ext>
            </a:extLst>
          </p:cNvPr>
          <p:cNvSpPr txBox="1">
            <a:spLocks/>
          </p:cNvSpPr>
          <p:nvPr/>
        </p:nvSpPr>
        <p:spPr>
          <a:xfrm>
            <a:off x="3354192" y="1771705"/>
            <a:ext cx="3983967" cy="210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50800" lvl="0" indent="-342900" algn="l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37495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None/>
            </a:pPr>
            <a:r>
              <a:rPr lang="en-US" sz="1200" b="1" dirty="0"/>
              <a:t>Operational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Ticket status reports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Incident reports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Deployment reports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Inventory usage reports </a:t>
            </a:r>
          </a:p>
          <a:p>
            <a:pPr>
              <a:buNone/>
            </a:pPr>
            <a:endParaRPr lang="en-US" sz="1200" dirty="0"/>
          </a:p>
          <a:p>
            <a:pPr>
              <a:buFont typeface="Montserrat"/>
              <a:buNone/>
            </a:pPr>
            <a:endParaRPr lang="en-GB" sz="1200" dirty="0"/>
          </a:p>
          <a:p>
            <a:pPr>
              <a:buFont typeface="Montserrat"/>
              <a:buNone/>
            </a:pPr>
            <a:endParaRPr lang="en-GB" sz="1200" dirty="0"/>
          </a:p>
          <a:p>
            <a:pPr marL="139700" indent="0">
              <a:buFont typeface="Montserrat"/>
              <a:buNone/>
            </a:pPr>
            <a:endParaRPr lang="en-GB" sz="1200" dirty="0"/>
          </a:p>
        </p:txBody>
      </p:sp>
      <p:sp>
        <p:nvSpPr>
          <p:cNvPr id="7" name="Google Shape;1892;p130">
            <a:extLst>
              <a:ext uri="{FF2B5EF4-FFF2-40B4-BE49-F238E27FC236}">
                <a16:creationId xmlns:a16="http://schemas.microsoft.com/office/drawing/2014/main" id="{5FE4CF85-B7B5-31A2-7EF0-48EE0952150D}"/>
              </a:ext>
            </a:extLst>
          </p:cNvPr>
          <p:cNvSpPr txBox="1">
            <a:spLocks/>
          </p:cNvSpPr>
          <p:nvPr/>
        </p:nvSpPr>
        <p:spPr>
          <a:xfrm>
            <a:off x="6395660" y="3038883"/>
            <a:ext cx="3983967" cy="210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50800" lvl="0" indent="-342900" algn="l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37495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None/>
            </a:pPr>
            <a:r>
              <a:rPr lang="en-US" sz="1200" b="1" dirty="0"/>
              <a:t>Management KPIs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MTTR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First Time Fix Rate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Ticket Resolution Rate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Workforce Utilization</a:t>
            </a:r>
          </a:p>
          <a:p>
            <a:pPr marL="139700" indent="0">
              <a:buFont typeface="Montserrat"/>
              <a:buNone/>
            </a:pPr>
            <a:endParaRPr lang="en-GB" sz="1200" dirty="0"/>
          </a:p>
        </p:txBody>
      </p:sp>
      <p:grpSp>
        <p:nvGrpSpPr>
          <p:cNvPr id="8" name="Google Shape;1618;p125">
            <a:extLst>
              <a:ext uri="{FF2B5EF4-FFF2-40B4-BE49-F238E27FC236}">
                <a16:creationId xmlns:a16="http://schemas.microsoft.com/office/drawing/2014/main" id="{EF7535E8-7363-836E-1398-9D2D14FCBEC4}"/>
              </a:ext>
            </a:extLst>
          </p:cNvPr>
          <p:cNvGrpSpPr/>
          <p:nvPr/>
        </p:nvGrpSpPr>
        <p:grpSpPr>
          <a:xfrm>
            <a:off x="1134034" y="504527"/>
            <a:ext cx="323864" cy="284724"/>
            <a:chOff x="6442002" y="3304311"/>
            <a:chExt cx="323864" cy="284724"/>
          </a:xfrm>
          <a:solidFill>
            <a:schemeClr val="accent1"/>
          </a:solidFill>
        </p:grpSpPr>
        <p:sp>
          <p:nvSpPr>
            <p:cNvPr id="9" name="Google Shape;1619;p125">
              <a:extLst>
                <a:ext uri="{FF2B5EF4-FFF2-40B4-BE49-F238E27FC236}">
                  <a16:creationId xmlns:a16="http://schemas.microsoft.com/office/drawing/2014/main" id="{A52AF668-C390-9110-8E47-76976B85E225}"/>
                </a:ext>
              </a:extLst>
            </p:cNvPr>
            <p:cNvSpPr/>
            <p:nvPr/>
          </p:nvSpPr>
          <p:spPr>
            <a:xfrm>
              <a:off x="6442002" y="3304311"/>
              <a:ext cx="323864" cy="189770"/>
            </a:xfrm>
            <a:custGeom>
              <a:avLst/>
              <a:gdLst/>
              <a:ahLst/>
              <a:cxnLst/>
              <a:rect l="l" t="t" r="r" b="b"/>
              <a:pathLst>
                <a:path w="16549" h="9697" extrusionOk="0">
                  <a:moveTo>
                    <a:pt x="10696" y="971"/>
                  </a:moveTo>
                  <a:lnTo>
                    <a:pt x="10696" y="2912"/>
                  </a:lnTo>
                  <a:lnTo>
                    <a:pt x="5853" y="2912"/>
                  </a:lnTo>
                  <a:lnTo>
                    <a:pt x="5853" y="971"/>
                  </a:lnTo>
                  <a:close/>
                  <a:moveTo>
                    <a:pt x="9312" y="7751"/>
                  </a:moveTo>
                  <a:cubicBezTo>
                    <a:pt x="9578" y="7751"/>
                    <a:pt x="9804" y="7964"/>
                    <a:pt x="9804" y="8245"/>
                  </a:cubicBezTo>
                  <a:cubicBezTo>
                    <a:pt x="9804" y="8513"/>
                    <a:pt x="9584" y="8732"/>
                    <a:pt x="9323" y="8732"/>
                  </a:cubicBezTo>
                  <a:cubicBezTo>
                    <a:pt x="9298" y="8732"/>
                    <a:pt x="9271" y="8730"/>
                    <a:pt x="9245" y="8726"/>
                  </a:cubicBezTo>
                  <a:lnTo>
                    <a:pt x="7304" y="8726"/>
                  </a:lnTo>
                  <a:cubicBezTo>
                    <a:pt x="7278" y="8730"/>
                    <a:pt x="7252" y="8732"/>
                    <a:pt x="7226" y="8732"/>
                  </a:cubicBezTo>
                  <a:cubicBezTo>
                    <a:pt x="6963" y="8732"/>
                    <a:pt x="6736" y="8513"/>
                    <a:pt x="6736" y="8245"/>
                  </a:cubicBezTo>
                  <a:cubicBezTo>
                    <a:pt x="6736" y="7964"/>
                    <a:pt x="6970" y="7751"/>
                    <a:pt x="7237" y="7751"/>
                  </a:cubicBezTo>
                  <a:cubicBezTo>
                    <a:pt x="7260" y="7751"/>
                    <a:pt x="7282" y="7752"/>
                    <a:pt x="7304" y="7755"/>
                  </a:cubicBezTo>
                  <a:lnTo>
                    <a:pt x="9245" y="7755"/>
                  </a:lnTo>
                  <a:cubicBezTo>
                    <a:pt x="9268" y="7752"/>
                    <a:pt x="9290" y="7751"/>
                    <a:pt x="9312" y="7751"/>
                  </a:cubicBezTo>
                  <a:close/>
                  <a:moveTo>
                    <a:pt x="5363" y="1"/>
                  </a:moveTo>
                  <a:cubicBezTo>
                    <a:pt x="5089" y="1"/>
                    <a:pt x="4873" y="217"/>
                    <a:pt x="4873" y="491"/>
                  </a:cubicBezTo>
                  <a:lnTo>
                    <a:pt x="4873" y="2912"/>
                  </a:lnTo>
                  <a:lnTo>
                    <a:pt x="1442" y="2912"/>
                  </a:lnTo>
                  <a:cubicBezTo>
                    <a:pt x="648" y="2912"/>
                    <a:pt x="1" y="3569"/>
                    <a:pt x="1" y="4363"/>
                  </a:cubicBezTo>
                  <a:cubicBezTo>
                    <a:pt x="11" y="7308"/>
                    <a:pt x="2403" y="9696"/>
                    <a:pt x="5345" y="9696"/>
                  </a:cubicBezTo>
                  <a:cubicBezTo>
                    <a:pt x="5351" y="9696"/>
                    <a:pt x="5357" y="9696"/>
                    <a:pt x="5363" y="9696"/>
                  </a:cubicBezTo>
                  <a:lnTo>
                    <a:pt x="11176" y="9696"/>
                  </a:lnTo>
                  <a:cubicBezTo>
                    <a:pt x="11182" y="9696"/>
                    <a:pt x="11188" y="9696"/>
                    <a:pt x="11195" y="9696"/>
                  </a:cubicBezTo>
                  <a:cubicBezTo>
                    <a:pt x="14147" y="9696"/>
                    <a:pt x="16529" y="7308"/>
                    <a:pt x="16548" y="4363"/>
                  </a:cubicBezTo>
                  <a:cubicBezTo>
                    <a:pt x="16539" y="3559"/>
                    <a:pt x="15892" y="2912"/>
                    <a:pt x="15088" y="2912"/>
                  </a:cubicBezTo>
                  <a:lnTo>
                    <a:pt x="11667" y="2912"/>
                  </a:lnTo>
                  <a:lnTo>
                    <a:pt x="11667" y="491"/>
                  </a:lnTo>
                  <a:cubicBezTo>
                    <a:pt x="11667" y="217"/>
                    <a:pt x="11441" y="1"/>
                    <a:pt x="111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20;p125">
              <a:extLst>
                <a:ext uri="{FF2B5EF4-FFF2-40B4-BE49-F238E27FC236}">
                  <a16:creationId xmlns:a16="http://schemas.microsoft.com/office/drawing/2014/main" id="{8826F567-3C1B-1510-73D0-226CBBA98171}"/>
                </a:ext>
              </a:extLst>
            </p:cNvPr>
            <p:cNvSpPr/>
            <p:nvPr/>
          </p:nvSpPr>
          <p:spPr>
            <a:xfrm>
              <a:off x="6442002" y="3455294"/>
              <a:ext cx="323864" cy="133741"/>
            </a:xfrm>
            <a:custGeom>
              <a:avLst/>
              <a:gdLst/>
              <a:ahLst/>
              <a:cxnLst/>
              <a:rect l="l" t="t" r="r" b="b"/>
              <a:pathLst>
                <a:path w="16549" h="6834" extrusionOk="0">
                  <a:moveTo>
                    <a:pt x="1" y="1"/>
                  </a:moveTo>
                  <a:lnTo>
                    <a:pt x="1" y="6343"/>
                  </a:lnTo>
                  <a:cubicBezTo>
                    <a:pt x="1" y="6608"/>
                    <a:pt x="217" y="6834"/>
                    <a:pt x="491" y="6834"/>
                  </a:cubicBezTo>
                  <a:lnTo>
                    <a:pt x="16058" y="6834"/>
                  </a:lnTo>
                  <a:cubicBezTo>
                    <a:pt x="16323" y="6834"/>
                    <a:pt x="16548" y="6608"/>
                    <a:pt x="16548" y="6343"/>
                  </a:cubicBezTo>
                  <a:lnTo>
                    <a:pt x="16548" y="1"/>
                  </a:lnTo>
                  <a:cubicBezTo>
                    <a:pt x="15382" y="1834"/>
                    <a:pt x="13353" y="2952"/>
                    <a:pt x="11176" y="2952"/>
                  </a:cubicBezTo>
                  <a:lnTo>
                    <a:pt x="5363" y="2952"/>
                  </a:lnTo>
                  <a:cubicBezTo>
                    <a:pt x="3187" y="2952"/>
                    <a:pt x="1167" y="1834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1621;p125">
            <a:extLst>
              <a:ext uri="{FF2B5EF4-FFF2-40B4-BE49-F238E27FC236}">
                <a16:creationId xmlns:a16="http://schemas.microsoft.com/office/drawing/2014/main" id="{1AC2A315-9907-97C9-B15F-653930FC4AA8}"/>
              </a:ext>
            </a:extLst>
          </p:cNvPr>
          <p:cNvGrpSpPr/>
          <p:nvPr/>
        </p:nvGrpSpPr>
        <p:grpSpPr>
          <a:xfrm>
            <a:off x="4286776" y="1401029"/>
            <a:ext cx="323864" cy="303805"/>
            <a:chOff x="6442002" y="2763886"/>
            <a:chExt cx="323864" cy="303805"/>
          </a:xfrm>
          <a:solidFill>
            <a:schemeClr val="accent1"/>
          </a:solidFill>
        </p:grpSpPr>
        <p:sp>
          <p:nvSpPr>
            <p:cNvPr id="12" name="Google Shape;1622;p125">
              <a:extLst>
                <a:ext uri="{FF2B5EF4-FFF2-40B4-BE49-F238E27FC236}">
                  <a16:creationId xmlns:a16="http://schemas.microsoft.com/office/drawing/2014/main" id="{4648A379-BC21-1C1E-8C8B-A761E1A4905F}"/>
                </a:ext>
              </a:extLst>
            </p:cNvPr>
            <p:cNvSpPr/>
            <p:nvPr/>
          </p:nvSpPr>
          <p:spPr>
            <a:xfrm>
              <a:off x="6442002" y="2763886"/>
              <a:ext cx="323864" cy="246934"/>
            </a:xfrm>
            <a:custGeom>
              <a:avLst/>
              <a:gdLst/>
              <a:ahLst/>
              <a:cxnLst/>
              <a:rect l="l" t="t" r="r" b="b"/>
              <a:pathLst>
                <a:path w="16549" h="12618" extrusionOk="0">
                  <a:moveTo>
                    <a:pt x="13117" y="2922"/>
                  </a:moveTo>
                  <a:cubicBezTo>
                    <a:pt x="13382" y="2922"/>
                    <a:pt x="13608" y="3138"/>
                    <a:pt x="13608" y="3412"/>
                  </a:cubicBezTo>
                  <a:lnTo>
                    <a:pt x="13608" y="5343"/>
                  </a:lnTo>
                  <a:cubicBezTo>
                    <a:pt x="13563" y="5618"/>
                    <a:pt x="13340" y="5755"/>
                    <a:pt x="13119" y="5755"/>
                  </a:cubicBezTo>
                  <a:cubicBezTo>
                    <a:pt x="12897" y="5755"/>
                    <a:pt x="12676" y="5618"/>
                    <a:pt x="12637" y="5343"/>
                  </a:cubicBezTo>
                  <a:lnTo>
                    <a:pt x="12637" y="4569"/>
                  </a:lnTo>
                  <a:lnTo>
                    <a:pt x="8618" y="8588"/>
                  </a:lnTo>
                  <a:cubicBezTo>
                    <a:pt x="8520" y="8681"/>
                    <a:pt x="8395" y="8728"/>
                    <a:pt x="8271" y="8728"/>
                  </a:cubicBezTo>
                  <a:cubicBezTo>
                    <a:pt x="8147" y="8728"/>
                    <a:pt x="8025" y="8681"/>
                    <a:pt x="7932" y="8588"/>
                  </a:cubicBezTo>
                  <a:lnTo>
                    <a:pt x="6334" y="7000"/>
                  </a:lnTo>
                  <a:lnTo>
                    <a:pt x="3775" y="9559"/>
                  </a:lnTo>
                  <a:cubicBezTo>
                    <a:pt x="3674" y="9692"/>
                    <a:pt x="3526" y="9758"/>
                    <a:pt x="3378" y="9758"/>
                  </a:cubicBezTo>
                  <a:cubicBezTo>
                    <a:pt x="3253" y="9758"/>
                    <a:pt x="3128" y="9711"/>
                    <a:pt x="3030" y="9617"/>
                  </a:cubicBezTo>
                  <a:cubicBezTo>
                    <a:pt x="2824" y="9402"/>
                    <a:pt x="2844" y="9059"/>
                    <a:pt x="3089" y="8872"/>
                  </a:cubicBezTo>
                  <a:lnTo>
                    <a:pt x="5991" y="5971"/>
                  </a:lnTo>
                  <a:cubicBezTo>
                    <a:pt x="6084" y="5878"/>
                    <a:pt x="6209" y="5831"/>
                    <a:pt x="6334" y="5831"/>
                  </a:cubicBezTo>
                  <a:cubicBezTo>
                    <a:pt x="6459" y="5831"/>
                    <a:pt x="6584" y="5878"/>
                    <a:pt x="6677" y="5971"/>
                  </a:cubicBezTo>
                  <a:lnTo>
                    <a:pt x="8275" y="7569"/>
                  </a:lnTo>
                  <a:lnTo>
                    <a:pt x="11951" y="3892"/>
                  </a:lnTo>
                  <a:lnTo>
                    <a:pt x="11176" y="3892"/>
                  </a:lnTo>
                  <a:cubicBezTo>
                    <a:pt x="10618" y="3804"/>
                    <a:pt x="10618" y="3000"/>
                    <a:pt x="11176" y="2922"/>
                  </a:cubicBezTo>
                  <a:close/>
                  <a:moveTo>
                    <a:pt x="16058" y="1"/>
                  </a:moveTo>
                  <a:lnTo>
                    <a:pt x="16058" y="10"/>
                  </a:lnTo>
                  <a:lnTo>
                    <a:pt x="491" y="10"/>
                  </a:lnTo>
                  <a:cubicBezTo>
                    <a:pt x="217" y="10"/>
                    <a:pt x="1" y="226"/>
                    <a:pt x="1" y="501"/>
                  </a:cubicBezTo>
                  <a:lnTo>
                    <a:pt x="1" y="12127"/>
                  </a:lnTo>
                  <a:cubicBezTo>
                    <a:pt x="1" y="12402"/>
                    <a:pt x="217" y="12617"/>
                    <a:pt x="491" y="12617"/>
                  </a:cubicBezTo>
                  <a:lnTo>
                    <a:pt x="16058" y="12617"/>
                  </a:lnTo>
                  <a:cubicBezTo>
                    <a:pt x="16323" y="12617"/>
                    <a:pt x="16548" y="12402"/>
                    <a:pt x="16548" y="12127"/>
                  </a:cubicBezTo>
                  <a:lnTo>
                    <a:pt x="16548" y="491"/>
                  </a:lnTo>
                  <a:cubicBezTo>
                    <a:pt x="16548" y="226"/>
                    <a:pt x="16323" y="1"/>
                    <a:pt x="160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23;p125">
              <a:extLst>
                <a:ext uri="{FF2B5EF4-FFF2-40B4-BE49-F238E27FC236}">
                  <a16:creationId xmlns:a16="http://schemas.microsoft.com/office/drawing/2014/main" id="{98B28227-2BD1-205C-CDD9-4210DA5CCF92}"/>
                </a:ext>
              </a:extLst>
            </p:cNvPr>
            <p:cNvSpPr/>
            <p:nvPr/>
          </p:nvSpPr>
          <p:spPr>
            <a:xfrm>
              <a:off x="6517013" y="3029588"/>
              <a:ext cx="173840" cy="38103"/>
            </a:xfrm>
            <a:custGeom>
              <a:avLst/>
              <a:gdLst/>
              <a:ahLst/>
              <a:cxnLst/>
              <a:rect l="l" t="t" r="r" b="b"/>
              <a:pathLst>
                <a:path w="8883" h="1947" extrusionOk="0">
                  <a:moveTo>
                    <a:pt x="2020" y="1"/>
                  </a:moveTo>
                  <a:lnTo>
                    <a:pt x="2020" y="971"/>
                  </a:lnTo>
                  <a:lnTo>
                    <a:pt x="560" y="971"/>
                  </a:lnTo>
                  <a:cubicBezTo>
                    <a:pt x="533" y="967"/>
                    <a:pt x="507" y="965"/>
                    <a:pt x="482" y="965"/>
                  </a:cubicBezTo>
                  <a:cubicBezTo>
                    <a:pt x="220" y="965"/>
                    <a:pt x="1" y="1184"/>
                    <a:pt x="1" y="1452"/>
                  </a:cubicBezTo>
                  <a:cubicBezTo>
                    <a:pt x="1" y="1733"/>
                    <a:pt x="227" y="1946"/>
                    <a:pt x="493" y="1946"/>
                  </a:cubicBezTo>
                  <a:cubicBezTo>
                    <a:pt x="515" y="1946"/>
                    <a:pt x="537" y="1945"/>
                    <a:pt x="560" y="1942"/>
                  </a:cubicBezTo>
                  <a:lnTo>
                    <a:pt x="8314" y="1942"/>
                  </a:lnTo>
                  <a:cubicBezTo>
                    <a:pt x="8336" y="1945"/>
                    <a:pt x="8359" y="1946"/>
                    <a:pt x="8381" y="1946"/>
                  </a:cubicBezTo>
                  <a:cubicBezTo>
                    <a:pt x="8648" y="1946"/>
                    <a:pt x="8882" y="1733"/>
                    <a:pt x="8882" y="1452"/>
                  </a:cubicBezTo>
                  <a:cubicBezTo>
                    <a:pt x="8882" y="1184"/>
                    <a:pt x="8655" y="965"/>
                    <a:pt x="8392" y="965"/>
                  </a:cubicBezTo>
                  <a:cubicBezTo>
                    <a:pt x="8366" y="965"/>
                    <a:pt x="8340" y="967"/>
                    <a:pt x="8314" y="971"/>
                  </a:cubicBezTo>
                  <a:lnTo>
                    <a:pt x="6863" y="971"/>
                  </a:lnTo>
                  <a:lnTo>
                    <a:pt x="68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725;p125">
            <a:extLst>
              <a:ext uri="{FF2B5EF4-FFF2-40B4-BE49-F238E27FC236}">
                <a16:creationId xmlns:a16="http://schemas.microsoft.com/office/drawing/2014/main" id="{3B63DDED-E705-3820-A20A-B812CBED0877}"/>
              </a:ext>
            </a:extLst>
          </p:cNvPr>
          <p:cNvGrpSpPr/>
          <p:nvPr/>
        </p:nvGrpSpPr>
        <p:grpSpPr>
          <a:xfrm>
            <a:off x="7182949" y="2720684"/>
            <a:ext cx="333825" cy="284763"/>
            <a:chOff x="2918951" y="3304311"/>
            <a:chExt cx="333825" cy="284763"/>
          </a:xfrm>
          <a:solidFill>
            <a:schemeClr val="accent1"/>
          </a:solidFill>
        </p:grpSpPr>
        <p:sp>
          <p:nvSpPr>
            <p:cNvPr id="15" name="Google Shape;1726;p125">
              <a:extLst>
                <a:ext uri="{FF2B5EF4-FFF2-40B4-BE49-F238E27FC236}">
                  <a16:creationId xmlns:a16="http://schemas.microsoft.com/office/drawing/2014/main" id="{5FFC43AF-9F31-1B4E-9108-B0DDC9814F8A}"/>
                </a:ext>
              </a:extLst>
            </p:cNvPr>
            <p:cNvSpPr/>
            <p:nvPr/>
          </p:nvSpPr>
          <p:spPr>
            <a:xfrm>
              <a:off x="3115591" y="3324703"/>
              <a:ext cx="137186" cy="93682"/>
            </a:xfrm>
            <a:custGeom>
              <a:avLst/>
              <a:gdLst/>
              <a:ahLst/>
              <a:cxnLst/>
              <a:rect l="l" t="t" r="r" b="b"/>
              <a:pathLst>
                <a:path w="7010" h="4787" extrusionOk="0">
                  <a:moveTo>
                    <a:pt x="5413" y="0"/>
                  </a:moveTo>
                  <a:cubicBezTo>
                    <a:pt x="5191" y="0"/>
                    <a:pt x="4970" y="140"/>
                    <a:pt x="4931" y="420"/>
                  </a:cubicBezTo>
                  <a:lnTo>
                    <a:pt x="4931" y="3811"/>
                  </a:lnTo>
                  <a:lnTo>
                    <a:pt x="3961" y="3811"/>
                  </a:lnTo>
                  <a:lnTo>
                    <a:pt x="3961" y="1380"/>
                  </a:lnTo>
                  <a:cubicBezTo>
                    <a:pt x="3917" y="1106"/>
                    <a:pt x="3694" y="968"/>
                    <a:pt x="3472" y="968"/>
                  </a:cubicBezTo>
                  <a:cubicBezTo>
                    <a:pt x="3250" y="968"/>
                    <a:pt x="3029" y="1106"/>
                    <a:pt x="2990" y="1380"/>
                  </a:cubicBezTo>
                  <a:lnTo>
                    <a:pt x="2990" y="3811"/>
                  </a:lnTo>
                  <a:lnTo>
                    <a:pt x="2020" y="3811"/>
                  </a:lnTo>
                  <a:lnTo>
                    <a:pt x="2020" y="2351"/>
                  </a:lnTo>
                  <a:cubicBezTo>
                    <a:pt x="1976" y="2076"/>
                    <a:pt x="1755" y="1939"/>
                    <a:pt x="1534" y="1939"/>
                  </a:cubicBezTo>
                  <a:cubicBezTo>
                    <a:pt x="1314" y="1939"/>
                    <a:pt x="1093" y="2076"/>
                    <a:pt x="1049" y="2351"/>
                  </a:cubicBezTo>
                  <a:lnTo>
                    <a:pt x="1049" y="3811"/>
                  </a:lnTo>
                  <a:lnTo>
                    <a:pt x="559" y="3811"/>
                  </a:lnTo>
                  <a:cubicBezTo>
                    <a:pt x="0" y="3890"/>
                    <a:pt x="0" y="4694"/>
                    <a:pt x="559" y="4782"/>
                  </a:cubicBezTo>
                  <a:lnTo>
                    <a:pt x="6441" y="4782"/>
                  </a:lnTo>
                  <a:cubicBezTo>
                    <a:pt x="6463" y="4785"/>
                    <a:pt x="6486" y="4786"/>
                    <a:pt x="6508" y="4786"/>
                  </a:cubicBezTo>
                  <a:cubicBezTo>
                    <a:pt x="6775" y="4786"/>
                    <a:pt x="7009" y="4572"/>
                    <a:pt x="7009" y="4292"/>
                  </a:cubicBezTo>
                  <a:cubicBezTo>
                    <a:pt x="7009" y="4016"/>
                    <a:pt x="6783" y="3805"/>
                    <a:pt x="6522" y="3805"/>
                  </a:cubicBezTo>
                  <a:cubicBezTo>
                    <a:pt x="6495" y="3805"/>
                    <a:pt x="6468" y="3807"/>
                    <a:pt x="6441" y="3811"/>
                  </a:cubicBezTo>
                  <a:lnTo>
                    <a:pt x="5902" y="3811"/>
                  </a:lnTo>
                  <a:lnTo>
                    <a:pt x="5902" y="420"/>
                  </a:lnTo>
                  <a:cubicBezTo>
                    <a:pt x="5858" y="140"/>
                    <a:pt x="5635" y="0"/>
                    <a:pt x="54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27;p125">
              <a:extLst>
                <a:ext uri="{FF2B5EF4-FFF2-40B4-BE49-F238E27FC236}">
                  <a16:creationId xmlns:a16="http://schemas.microsoft.com/office/drawing/2014/main" id="{E3EAEE12-D7FC-FCD3-7C7C-C7CFDFF95EA3}"/>
                </a:ext>
              </a:extLst>
            </p:cNvPr>
            <p:cNvSpPr/>
            <p:nvPr/>
          </p:nvSpPr>
          <p:spPr>
            <a:xfrm>
              <a:off x="2956741" y="3304311"/>
              <a:ext cx="274352" cy="284763"/>
            </a:xfrm>
            <a:custGeom>
              <a:avLst/>
              <a:gdLst/>
              <a:ahLst/>
              <a:cxnLst/>
              <a:rect l="l" t="t" r="r" b="b"/>
              <a:pathLst>
                <a:path w="14019" h="14551" extrusionOk="0">
                  <a:moveTo>
                    <a:pt x="6711" y="1"/>
                  </a:moveTo>
                  <a:cubicBezTo>
                    <a:pt x="3770" y="1"/>
                    <a:pt x="1115" y="1783"/>
                    <a:pt x="0" y="4510"/>
                  </a:cubicBezTo>
                  <a:lnTo>
                    <a:pt x="6892" y="6804"/>
                  </a:lnTo>
                  <a:cubicBezTo>
                    <a:pt x="7186" y="6912"/>
                    <a:pt x="7304" y="7255"/>
                    <a:pt x="7147" y="7530"/>
                  </a:cubicBezTo>
                  <a:lnTo>
                    <a:pt x="3304" y="13676"/>
                  </a:lnTo>
                  <a:cubicBezTo>
                    <a:pt x="4422" y="14276"/>
                    <a:pt x="5595" y="14551"/>
                    <a:pt x="6738" y="14551"/>
                  </a:cubicBezTo>
                  <a:cubicBezTo>
                    <a:pt x="10542" y="14551"/>
                    <a:pt x="14011" y="11504"/>
                    <a:pt x="14019" y="7275"/>
                  </a:cubicBezTo>
                  <a:cubicBezTo>
                    <a:pt x="14019" y="7000"/>
                    <a:pt x="13793" y="6785"/>
                    <a:pt x="13529" y="6785"/>
                  </a:cubicBezTo>
                  <a:lnTo>
                    <a:pt x="7225" y="6785"/>
                  </a:lnTo>
                  <a:lnTo>
                    <a:pt x="7225" y="491"/>
                  </a:lnTo>
                  <a:cubicBezTo>
                    <a:pt x="7225" y="217"/>
                    <a:pt x="7000" y="1"/>
                    <a:pt x="6735" y="1"/>
                  </a:cubicBezTo>
                  <a:cubicBezTo>
                    <a:pt x="6727" y="1"/>
                    <a:pt x="6719" y="1"/>
                    <a:pt x="6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28;p125">
              <a:extLst>
                <a:ext uri="{FF2B5EF4-FFF2-40B4-BE49-F238E27FC236}">
                  <a16:creationId xmlns:a16="http://schemas.microsoft.com/office/drawing/2014/main" id="{8DA68B1B-E11B-6CBB-D90E-F944A4482083}"/>
                </a:ext>
              </a:extLst>
            </p:cNvPr>
            <p:cNvSpPr/>
            <p:nvPr/>
          </p:nvSpPr>
          <p:spPr>
            <a:xfrm>
              <a:off x="2918951" y="3407641"/>
              <a:ext cx="155210" cy="166091"/>
            </a:xfrm>
            <a:custGeom>
              <a:avLst/>
              <a:gdLst/>
              <a:ahLst/>
              <a:cxnLst/>
              <a:rect l="l" t="t" r="r" b="b"/>
              <a:pathLst>
                <a:path w="7931" h="8487" extrusionOk="0">
                  <a:moveTo>
                    <a:pt x="1065" y="1"/>
                  </a:moveTo>
                  <a:cubicBezTo>
                    <a:pt x="842" y="1"/>
                    <a:pt x="636" y="154"/>
                    <a:pt x="588" y="387"/>
                  </a:cubicBezTo>
                  <a:cubicBezTo>
                    <a:pt x="0" y="3377"/>
                    <a:pt x="1098" y="6455"/>
                    <a:pt x="3461" y="8376"/>
                  </a:cubicBezTo>
                  <a:cubicBezTo>
                    <a:pt x="3554" y="8451"/>
                    <a:pt x="3664" y="8486"/>
                    <a:pt x="3772" y="8486"/>
                  </a:cubicBezTo>
                  <a:cubicBezTo>
                    <a:pt x="3934" y="8486"/>
                    <a:pt x="4092" y="8406"/>
                    <a:pt x="4186" y="8259"/>
                  </a:cubicBezTo>
                  <a:lnTo>
                    <a:pt x="7931" y="2250"/>
                  </a:lnTo>
                  <a:lnTo>
                    <a:pt x="1216" y="24"/>
                  </a:lnTo>
                  <a:cubicBezTo>
                    <a:pt x="1166" y="8"/>
                    <a:pt x="1115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50650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B815CEA9-1A38-6BA8-B999-FC5C5C2A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>
            <a:extLst>
              <a:ext uri="{FF2B5EF4-FFF2-40B4-BE49-F238E27FC236}">
                <a16:creationId xmlns:a16="http://schemas.microsoft.com/office/drawing/2014/main" id="{9AD465B7-CF4C-BA3F-17AC-31E8470740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Implementation Roadmap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5850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>
          <a:extLst>
            <a:ext uri="{FF2B5EF4-FFF2-40B4-BE49-F238E27FC236}">
              <a16:creationId xmlns:a16="http://schemas.microsoft.com/office/drawing/2014/main" id="{D4C46082-3CDA-C02C-3F20-0F187E609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6401;p142">
            <a:extLst>
              <a:ext uri="{FF2B5EF4-FFF2-40B4-BE49-F238E27FC236}">
                <a16:creationId xmlns:a16="http://schemas.microsoft.com/office/drawing/2014/main" id="{F07BB513-0366-8E79-1EBF-DBB3AF40F423}"/>
              </a:ext>
            </a:extLst>
          </p:cNvPr>
          <p:cNvGrpSpPr/>
          <p:nvPr/>
        </p:nvGrpSpPr>
        <p:grpSpPr>
          <a:xfrm>
            <a:off x="604527" y="1463589"/>
            <a:ext cx="4500874" cy="3000587"/>
            <a:chOff x="6885991" y="1165658"/>
            <a:chExt cx="1620543" cy="1051365"/>
          </a:xfrm>
        </p:grpSpPr>
        <p:grpSp>
          <p:nvGrpSpPr>
            <p:cNvPr id="51" name="Google Shape;6402;p142">
              <a:extLst>
                <a:ext uri="{FF2B5EF4-FFF2-40B4-BE49-F238E27FC236}">
                  <a16:creationId xmlns:a16="http://schemas.microsoft.com/office/drawing/2014/main" id="{9F2AE9E6-B448-E975-635F-9F7EC6C8A17E}"/>
                </a:ext>
              </a:extLst>
            </p:cNvPr>
            <p:cNvGrpSpPr/>
            <p:nvPr/>
          </p:nvGrpSpPr>
          <p:grpSpPr>
            <a:xfrm>
              <a:off x="6885991" y="1969723"/>
              <a:ext cx="1620543" cy="247300"/>
              <a:chOff x="6885991" y="1969723"/>
              <a:chExt cx="1620543" cy="247300"/>
            </a:xfrm>
          </p:grpSpPr>
          <p:sp>
            <p:nvSpPr>
              <p:cNvPr id="515" name="Google Shape;6403;p142">
                <a:extLst>
                  <a:ext uri="{FF2B5EF4-FFF2-40B4-BE49-F238E27FC236}">
                    <a16:creationId xmlns:a16="http://schemas.microsoft.com/office/drawing/2014/main" id="{4E5492FF-3B5F-81BF-5AED-07B0551DF23C}"/>
                  </a:ext>
                </a:extLst>
              </p:cNvPr>
              <p:cNvSpPr/>
              <p:nvPr/>
            </p:nvSpPr>
            <p:spPr>
              <a:xfrm flipH="1">
                <a:off x="8366246" y="1969723"/>
                <a:ext cx="140288" cy="247300"/>
              </a:xfrm>
              <a:custGeom>
                <a:avLst/>
                <a:gdLst/>
                <a:ahLst/>
                <a:cxnLst/>
                <a:rect l="l" t="t" r="r" b="b"/>
                <a:pathLst>
                  <a:path w="14992" h="26428" extrusionOk="0">
                    <a:moveTo>
                      <a:pt x="31" y="0"/>
                    </a:moveTo>
                    <a:cubicBezTo>
                      <a:pt x="25" y="0"/>
                      <a:pt x="19" y="0"/>
                      <a:pt x="13" y="0"/>
                    </a:cubicBezTo>
                    <a:lnTo>
                      <a:pt x="0" y="0"/>
                    </a:lnTo>
                    <a:lnTo>
                      <a:pt x="0" y="26407"/>
                    </a:lnTo>
                    <a:lnTo>
                      <a:pt x="13" y="26427"/>
                    </a:lnTo>
                    <a:lnTo>
                      <a:pt x="14992" y="1860"/>
                    </a:lnTo>
                    <a:cubicBezTo>
                      <a:pt x="10391" y="663"/>
                      <a:pt x="5335" y="0"/>
                      <a:pt x="31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16" name="Google Shape;6404;p142">
                <a:extLst>
                  <a:ext uri="{FF2B5EF4-FFF2-40B4-BE49-F238E27FC236}">
                    <a16:creationId xmlns:a16="http://schemas.microsoft.com/office/drawing/2014/main" id="{496C8E7B-091D-A5FC-3187-9EF2CE0B37CC}"/>
                  </a:ext>
                </a:extLst>
              </p:cNvPr>
              <p:cNvGrpSpPr/>
              <p:nvPr/>
            </p:nvGrpSpPr>
            <p:grpSpPr>
              <a:xfrm>
                <a:off x="6885991" y="2063892"/>
                <a:ext cx="1552884" cy="85395"/>
                <a:chOff x="6885991" y="2063892"/>
                <a:chExt cx="1552884" cy="85395"/>
              </a:xfrm>
            </p:grpSpPr>
            <p:sp>
              <p:nvSpPr>
                <p:cNvPr id="519" name="Google Shape;6405;p142">
                  <a:extLst>
                    <a:ext uri="{FF2B5EF4-FFF2-40B4-BE49-F238E27FC236}">
                      <a16:creationId xmlns:a16="http://schemas.microsoft.com/office/drawing/2014/main" id="{0635325D-04C7-BFCD-21E1-626C463DB070}"/>
                    </a:ext>
                  </a:extLst>
                </p:cNvPr>
                <p:cNvSpPr/>
                <p:nvPr/>
              </p:nvSpPr>
              <p:spPr>
                <a:xfrm flipH="1">
                  <a:off x="6885991" y="2063892"/>
                  <a:ext cx="908234" cy="85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7" extrusionOk="0">
                      <a:moveTo>
                        <a:pt x="0" y="1"/>
                      </a:moveTo>
                      <a:lnTo>
                        <a:pt x="0" y="7847"/>
                      </a:lnTo>
                      <a:lnTo>
                        <a:pt x="35123" y="7847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20" name="Google Shape;6406;p142">
                  <a:extLst>
                    <a:ext uri="{FF2B5EF4-FFF2-40B4-BE49-F238E27FC236}">
                      <a16:creationId xmlns:a16="http://schemas.microsoft.com/office/drawing/2014/main" id="{41BBEDE8-2B14-C074-23B7-8FECC0FB09F1}"/>
                    </a:ext>
                  </a:extLst>
                </p:cNvPr>
                <p:cNvCxnSpPr/>
                <p:nvPr/>
              </p:nvCxnSpPr>
              <p:spPr>
                <a:xfrm rot="10800000">
                  <a:off x="7818475" y="2100600"/>
                  <a:ext cx="620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CFD9E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2" name="Google Shape;6407;p142">
              <a:extLst>
                <a:ext uri="{FF2B5EF4-FFF2-40B4-BE49-F238E27FC236}">
                  <a16:creationId xmlns:a16="http://schemas.microsoft.com/office/drawing/2014/main" id="{CE49A5C6-814D-F027-8989-71A5209FAE60}"/>
                </a:ext>
              </a:extLst>
            </p:cNvPr>
            <p:cNvGrpSpPr/>
            <p:nvPr/>
          </p:nvGrpSpPr>
          <p:grpSpPr>
            <a:xfrm>
              <a:off x="6885991" y="1712201"/>
              <a:ext cx="1620532" cy="246767"/>
              <a:chOff x="6885991" y="1712201"/>
              <a:chExt cx="1620532" cy="246767"/>
            </a:xfrm>
          </p:grpSpPr>
          <p:sp>
            <p:nvSpPr>
              <p:cNvPr id="63" name="Google Shape;6408;p142">
                <a:extLst>
                  <a:ext uri="{FF2B5EF4-FFF2-40B4-BE49-F238E27FC236}">
                    <a16:creationId xmlns:a16="http://schemas.microsoft.com/office/drawing/2014/main" id="{7F6B02F1-6C9E-230A-5024-87AD4CD5479F}"/>
                  </a:ext>
                </a:extLst>
              </p:cNvPr>
              <p:cNvSpPr/>
              <p:nvPr/>
            </p:nvSpPr>
            <p:spPr>
              <a:xfrm flipH="1">
                <a:off x="8226247" y="1712201"/>
                <a:ext cx="280276" cy="246767"/>
              </a:xfrm>
              <a:custGeom>
                <a:avLst/>
                <a:gdLst/>
                <a:ahLst/>
                <a:cxnLst/>
                <a:rect l="l" t="t" r="r" b="b"/>
                <a:pathLst>
                  <a:path w="29952" h="26371" extrusionOk="0">
                    <a:moveTo>
                      <a:pt x="1" y="0"/>
                    </a:moveTo>
                    <a:lnTo>
                      <a:pt x="1" y="24234"/>
                    </a:lnTo>
                    <a:lnTo>
                      <a:pt x="14" y="24234"/>
                    </a:lnTo>
                    <a:cubicBezTo>
                      <a:pt x="14" y="24234"/>
                      <a:pt x="203" y="24229"/>
                      <a:pt x="558" y="24229"/>
                    </a:cubicBezTo>
                    <a:cubicBezTo>
                      <a:pt x="2473" y="24229"/>
                      <a:pt x="9215" y="24384"/>
                      <a:pt x="17213" y="26370"/>
                    </a:cubicBezTo>
                    <a:lnTo>
                      <a:pt x="29952" y="5713"/>
                    </a:lnTo>
                    <a:cubicBezTo>
                      <a:pt x="29952" y="5713"/>
                      <a:pt x="20827" y="0"/>
                      <a:pt x="14" y="0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12" name="Google Shape;6409;p142">
                <a:extLst>
                  <a:ext uri="{FF2B5EF4-FFF2-40B4-BE49-F238E27FC236}">
                    <a16:creationId xmlns:a16="http://schemas.microsoft.com/office/drawing/2014/main" id="{604B7216-EF04-04E9-D88D-415C291A2B45}"/>
                  </a:ext>
                </a:extLst>
              </p:cNvPr>
              <p:cNvGrpSpPr/>
              <p:nvPr/>
            </p:nvGrpSpPr>
            <p:grpSpPr>
              <a:xfrm>
                <a:off x="6885991" y="1842860"/>
                <a:ext cx="1406434" cy="85385"/>
                <a:chOff x="6885991" y="1842860"/>
                <a:chExt cx="1406434" cy="85385"/>
              </a:xfrm>
            </p:grpSpPr>
            <p:sp>
              <p:nvSpPr>
                <p:cNvPr id="513" name="Google Shape;6410;p142">
                  <a:extLst>
                    <a:ext uri="{FF2B5EF4-FFF2-40B4-BE49-F238E27FC236}">
                      <a16:creationId xmlns:a16="http://schemas.microsoft.com/office/drawing/2014/main" id="{EDF456A2-75F8-898F-F769-25A351E51401}"/>
                    </a:ext>
                  </a:extLst>
                </p:cNvPr>
                <p:cNvSpPr/>
                <p:nvPr/>
              </p:nvSpPr>
              <p:spPr>
                <a:xfrm flipH="1">
                  <a:off x="6885991" y="1842860"/>
                  <a:ext cx="908234" cy="85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6" extrusionOk="0">
                      <a:moveTo>
                        <a:pt x="0" y="1"/>
                      </a:moveTo>
                      <a:lnTo>
                        <a:pt x="0" y="7845"/>
                      </a:lnTo>
                      <a:lnTo>
                        <a:pt x="35123" y="7845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14" name="Google Shape;6411;p142">
                  <a:extLst>
                    <a:ext uri="{FF2B5EF4-FFF2-40B4-BE49-F238E27FC236}">
                      <a16:creationId xmlns:a16="http://schemas.microsoft.com/office/drawing/2014/main" id="{96BEB30A-F61F-861C-7DB8-557C517A8EDB}"/>
                    </a:ext>
                  </a:extLst>
                </p:cNvPr>
                <p:cNvCxnSpPr/>
                <p:nvPr/>
              </p:nvCxnSpPr>
              <p:spPr>
                <a:xfrm rot="10800000">
                  <a:off x="7818425" y="1879575"/>
                  <a:ext cx="47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3" name="Google Shape;6412;p142">
              <a:extLst>
                <a:ext uri="{FF2B5EF4-FFF2-40B4-BE49-F238E27FC236}">
                  <a16:creationId xmlns:a16="http://schemas.microsoft.com/office/drawing/2014/main" id="{179DE87C-38EC-B9FB-C67D-F0781049598F}"/>
                </a:ext>
              </a:extLst>
            </p:cNvPr>
            <p:cNvGrpSpPr/>
            <p:nvPr/>
          </p:nvGrpSpPr>
          <p:grpSpPr>
            <a:xfrm>
              <a:off x="6885991" y="1447520"/>
              <a:ext cx="1620533" cy="286667"/>
              <a:chOff x="6885991" y="1447520"/>
              <a:chExt cx="1620533" cy="286667"/>
            </a:xfrm>
          </p:grpSpPr>
          <p:sp>
            <p:nvSpPr>
              <p:cNvPr id="59" name="Google Shape;6413;p142">
                <a:extLst>
                  <a:ext uri="{FF2B5EF4-FFF2-40B4-BE49-F238E27FC236}">
                    <a16:creationId xmlns:a16="http://schemas.microsoft.com/office/drawing/2014/main" id="{978496ED-0062-5E2C-8C25-03BADB08094E}"/>
                  </a:ext>
                </a:extLst>
              </p:cNvPr>
              <p:cNvSpPr/>
              <p:nvPr/>
            </p:nvSpPr>
            <p:spPr>
              <a:xfrm flipH="1">
                <a:off x="8087664" y="1447520"/>
                <a:ext cx="418860" cy="286667"/>
              </a:xfrm>
              <a:custGeom>
                <a:avLst/>
                <a:gdLst/>
                <a:ahLst/>
                <a:cxnLst/>
                <a:rect l="l" t="t" r="r" b="b"/>
                <a:pathLst>
                  <a:path w="44762" h="30635" extrusionOk="0">
                    <a:moveTo>
                      <a:pt x="1" y="1"/>
                    </a:moveTo>
                    <a:lnTo>
                      <a:pt x="1" y="24648"/>
                    </a:lnTo>
                    <a:lnTo>
                      <a:pt x="14" y="24648"/>
                    </a:lnTo>
                    <a:cubicBezTo>
                      <a:pt x="5607" y="24648"/>
                      <a:pt x="18560" y="25130"/>
                      <a:pt x="31390" y="30635"/>
                    </a:cubicBezTo>
                    <a:lnTo>
                      <a:pt x="44761" y="10327"/>
                    </a:lnTo>
                    <a:cubicBezTo>
                      <a:pt x="44761" y="10327"/>
                      <a:pt x="27304" y="1"/>
                      <a:pt x="14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0" name="Google Shape;6414;p142">
                <a:extLst>
                  <a:ext uri="{FF2B5EF4-FFF2-40B4-BE49-F238E27FC236}">
                    <a16:creationId xmlns:a16="http://schemas.microsoft.com/office/drawing/2014/main" id="{D86A09E1-1B1F-0F3A-59D2-78DCF6D51CC3}"/>
                  </a:ext>
                </a:extLst>
              </p:cNvPr>
              <p:cNvGrpSpPr/>
              <p:nvPr/>
            </p:nvGrpSpPr>
            <p:grpSpPr>
              <a:xfrm>
                <a:off x="6885991" y="1581977"/>
                <a:ext cx="1253934" cy="85395"/>
                <a:chOff x="6885991" y="1581977"/>
                <a:chExt cx="1253934" cy="85395"/>
              </a:xfrm>
            </p:grpSpPr>
            <p:sp>
              <p:nvSpPr>
                <p:cNvPr id="61" name="Google Shape;6415;p142">
                  <a:extLst>
                    <a:ext uri="{FF2B5EF4-FFF2-40B4-BE49-F238E27FC236}">
                      <a16:creationId xmlns:a16="http://schemas.microsoft.com/office/drawing/2014/main" id="{CECEC7B7-3B33-AC67-B11E-982B91B81316}"/>
                    </a:ext>
                  </a:extLst>
                </p:cNvPr>
                <p:cNvSpPr/>
                <p:nvPr/>
              </p:nvSpPr>
              <p:spPr>
                <a:xfrm flipH="1">
                  <a:off x="6885991" y="1581977"/>
                  <a:ext cx="908234" cy="85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7" extrusionOk="0">
                      <a:moveTo>
                        <a:pt x="0" y="1"/>
                      </a:moveTo>
                      <a:lnTo>
                        <a:pt x="0" y="7847"/>
                      </a:lnTo>
                      <a:lnTo>
                        <a:pt x="35123" y="7847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62" name="Google Shape;6416;p142">
                  <a:extLst>
                    <a:ext uri="{FF2B5EF4-FFF2-40B4-BE49-F238E27FC236}">
                      <a16:creationId xmlns:a16="http://schemas.microsoft.com/office/drawing/2014/main" id="{986A0A28-9BB0-281B-F8A7-9099394D9CE4}"/>
                    </a:ext>
                  </a:extLst>
                </p:cNvPr>
                <p:cNvCxnSpPr/>
                <p:nvPr/>
              </p:nvCxnSpPr>
              <p:spPr>
                <a:xfrm rot="10800000">
                  <a:off x="7818325" y="1618700"/>
                  <a:ext cx="321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4" name="Google Shape;6417;p142">
              <a:extLst>
                <a:ext uri="{FF2B5EF4-FFF2-40B4-BE49-F238E27FC236}">
                  <a16:creationId xmlns:a16="http://schemas.microsoft.com/office/drawing/2014/main" id="{0CDFF7B0-710B-55BB-2E8E-EC8BE40F1DEF}"/>
                </a:ext>
              </a:extLst>
            </p:cNvPr>
            <p:cNvGrpSpPr/>
            <p:nvPr/>
          </p:nvGrpSpPr>
          <p:grpSpPr>
            <a:xfrm>
              <a:off x="6885991" y="1165658"/>
              <a:ext cx="1620532" cy="344253"/>
              <a:chOff x="6885991" y="1165658"/>
              <a:chExt cx="1620532" cy="344253"/>
            </a:xfrm>
          </p:grpSpPr>
          <p:sp>
            <p:nvSpPr>
              <p:cNvPr id="55" name="Google Shape;6418;p142">
                <a:extLst>
                  <a:ext uri="{FF2B5EF4-FFF2-40B4-BE49-F238E27FC236}">
                    <a16:creationId xmlns:a16="http://schemas.microsoft.com/office/drawing/2014/main" id="{EEE9EC65-7583-E622-90E5-58654F61FE24}"/>
                  </a:ext>
                </a:extLst>
              </p:cNvPr>
              <p:cNvSpPr/>
              <p:nvPr/>
            </p:nvSpPr>
            <p:spPr>
              <a:xfrm flipH="1">
                <a:off x="7919555" y="1165658"/>
                <a:ext cx="586968" cy="344253"/>
              </a:xfrm>
              <a:custGeom>
                <a:avLst/>
                <a:gdLst/>
                <a:ahLst/>
                <a:cxnLst/>
                <a:rect l="l" t="t" r="r" b="b"/>
                <a:pathLst>
                  <a:path w="62727" h="36789" extrusionOk="0">
                    <a:moveTo>
                      <a:pt x="1" y="1"/>
                    </a:moveTo>
                    <a:lnTo>
                      <a:pt x="1" y="25976"/>
                    </a:lnTo>
                    <a:lnTo>
                      <a:pt x="17" y="25976"/>
                    </a:lnTo>
                    <a:cubicBezTo>
                      <a:pt x="74" y="25976"/>
                      <a:pt x="588" y="25960"/>
                      <a:pt x="1487" y="25960"/>
                    </a:cubicBezTo>
                    <a:cubicBezTo>
                      <a:pt x="7235" y="25960"/>
                      <a:pt x="28709" y="26646"/>
                      <a:pt x="46867" y="36789"/>
                    </a:cubicBezTo>
                    <a:lnTo>
                      <a:pt x="62726" y="12728"/>
                    </a:lnTo>
                    <a:cubicBezTo>
                      <a:pt x="62726" y="12728"/>
                      <a:pt x="39312" y="2"/>
                      <a:pt x="1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56" name="Google Shape;6419;p142">
                <a:extLst>
                  <a:ext uri="{FF2B5EF4-FFF2-40B4-BE49-F238E27FC236}">
                    <a16:creationId xmlns:a16="http://schemas.microsoft.com/office/drawing/2014/main" id="{90CE919A-7767-C0E2-B928-ACEEDD749C0D}"/>
                  </a:ext>
                </a:extLst>
              </p:cNvPr>
              <p:cNvGrpSpPr/>
              <p:nvPr/>
            </p:nvGrpSpPr>
            <p:grpSpPr>
              <a:xfrm>
                <a:off x="6885991" y="1341024"/>
                <a:ext cx="1096834" cy="85385"/>
                <a:chOff x="6885991" y="1341024"/>
                <a:chExt cx="1096834" cy="85385"/>
              </a:xfrm>
            </p:grpSpPr>
            <p:sp>
              <p:nvSpPr>
                <p:cNvPr id="57" name="Google Shape;6420;p142">
                  <a:extLst>
                    <a:ext uri="{FF2B5EF4-FFF2-40B4-BE49-F238E27FC236}">
                      <a16:creationId xmlns:a16="http://schemas.microsoft.com/office/drawing/2014/main" id="{92933EE6-8BDC-D9B8-0BFC-F2C5F25DBCAA}"/>
                    </a:ext>
                  </a:extLst>
                </p:cNvPr>
                <p:cNvSpPr/>
                <p:nvPr/>
              </p:nvSpPr>
              <p:spPr>
                <a:xfrm flipH="1">
                  <a:off x="6885991" y="1341024"/>
                  <a:ext cx="908234" cy="85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6" extrusionOk="0">
                      <a:moveTo>
                        <a:pt x="0" y="1"/>
                      </a:moveTo>
                      <a:lnTo>
                        <a:pt x="0" y="7845"/>
                      </a:lnTo>
                      <a:lnTo>
                        <a:pt x="35123" y="7845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8" name="Google Shape;6421;p142">
                  <a:extLst>
                    <a:ext uri="{FF2B5EF4-FFF2-40B4-BE49-F238E27FC236}">
                      <a16:creationId xmlns:a16="http://schemas.microsoft.com/office/drawing/2014/main" id="{6C06CDB3-31EC-F554-1DAE-5204F1E564AD}"/>
                    </a:ext>
                  </a:extLst>
                </p:cNvPr>
                <p:cNvCxnSpPr/>
                <p:nvPr/>
              </p:nvCxnSpPr>
              <p:spPr>
                <a:xfrm rot="10800000">
                  <a:off x="7818425" y="1377750"/>
                  <a:ext cx="16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1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</p:grpSp>
      <p:sp>
        <p:nvSpPr>
          <p:cNvPr id="521" name="Google Shape;6418;p142">
            <a:extLst>
              <a:ext uri="{FF2B5EF4-FFF2-40B4-BE49-F238E27FC236}">
                <a16:creationId xmlns:a16="http://schemas.microsoft.com/office/drawing/2014/main" id="{9870FD1F-EA18-431A-CC27-F0E8E37E839D}"/>
              </a:ext>
            </a:extLst>
          </p:cNvPr>
          <p:cNvSpPr/>
          <p:nvPr/>
        </p:nvSpPr>
        <p:spPr>
          <a:xfrm flipH="1">
            <a:off x="2832900" y="532549"/>
            <a:ext cx="2272469" cy="1149213"/>
          </a:xfrm>
          <a:custGeom>
            <a:avLst/>
            <a:gdLst/>
            <a:ahLst/>
            <a:cxnLst/>
            <a:rect l="l" t="t" r="r" b="b"/>
            <a:pathLst>
              <a:path w="62727" h="36789" extrusionOk="0">
                <a:moveTo>
                  <a:pt x="1" y="1"/>
                </a:moveTo>
                <a:lnTo>
                  <a:pt x="1" y="25976"/>
                </a:lnTo>
                <a:lnTo>
                  <a:pt x="17" y="25976"/>
                </a:lnTo>
                <a:cubicBezTo>
                  <a:pt x="74" y="25976"/>
                  <a:pt x="588" y="25960"/>
                  <a:pt x="1487" y="25960"/>
                </a:cubicBezTo>
                <a:cubicBezTo>
                  <a:pt x="7235" y="25960"/>
                  <a:pt x="28709" y="26646"/>
                  <a:pt x="46867" y="36789"/>
                </a:cubicBezTo>
                <a:lnTo>
                  <a:pt x="62726" y="12728"/>
                </a:lnTo>
                <a:cubicBezTo>
                  <a:pt x="62726" y="12728"/>
                  <a:pt x="39312" y="2"/>
                  <a:pt x="17" y="1"/>
                </a:cubicBezTo>
                <a:close/>
              </a:path>
            </a:pathLst>
          </a:custGeom>
          <a:solidFill>
            <a:srgbClr val="869F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6420;p142">
            <a:extLst>
              <a:ext uri="{FF2B5EF4-FFF2-40B4-BE49-F238E27FC236}">
                <a16:creationId xmlns:a16="http://schemas.microsoft.com/office/drawing/2014/main" id="{A099D773-E041-6531-4F6C-2ADE2D8923D8}"/>
              </a:ext>
            </a:extLst>
          </p:cNvPr>
          <p:cNvSpPr/>
          <p:nvPr/>
        </p:nvSpPr>
        <p:spPr>
          <a:xfrm flipH="1">
            <a:off x="571500" y="1240113"/>
            <a:ext cx="2427266" cy="243688"/>
          </a:xfrm>
          <a:custGeom>
            <a:avLst/>
            <a:gdLst/>
            <a:ahLst/>
            <a:cxnLst/>
            <a:rect l="l" t="t" r="r" b="b"/>
            <a:pathLst>
              <a:path w="35124" h="7846" extrusionOk="0">
                <a:moveTo>
                  <a:pt x="0" y="1"/>
                </a:moveTo>
                <a:lnTo>
                  <a:pt x="0" y="7845"/>
                </a:lnTo>
                <a:lnTo>
                  <a:pt x="35123" y="7845"/>
                </a:lnTo>
                <a:lnTo>
                  <a:pt x="35123" y="1"/>
                </a:lnTo>
                <a:close/>
              </a:path>
            </a:pathLst>
          </a:custGeom>
          <a:solidFill>
            <a:srgbClr val="869F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28" name="Google Shape;6421;p142">
            <a:extLst>
              <a:ext uri="{FF2B5EF4-FFF2-40B4-BE49-F238E27FC236}">
                <a16:creationId xmlns:a16="http://schemas.microsoft.com/office/drawing/2014/main" id="{EB3EE11E-D80D-E0B3-9246-547E792C2957}"/>
              </a:ext>
            </a:extLst>
          </p:cNvPr>
          <p:cNvCxnSpPr>
            <a:cxnSpLocks/>
          </p:cNvCxnSpPr>
          <p:nvPr/>
        </p:nvCxnSpPr>
        <p:spPr>
          <a:xfrm rot="10800000">
            <a:off x="3049770" y="1361957"/>
            <a:ext cx="456602" cy="0"/>
          </a:xfrm>
          <a:prstGeom prst="straightConnector1">
            <a:avLst/>
          </a:prstGeom>
          <a:noFill/>
          <a:ln w="9525" cap="flat" cmpd="sng">
            <a:solidFill>
              <a:srgbClr val="869FB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DF76DDA2-4EB0-7476-64AD-5873907D2AC2}"/>
              </a:ext>
            </a:extLst>
          </p:cNvPr>
          <p:cNvSpPr txBox="1"/>
          <p:nvPr/>
        </p:nvSpPr>
        <p:spPr>
          <a:xfrm>
            <a:off x="523875" y="1206802"/>
            <a:ext cx="25225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solidFill>
                  <a:schemeClr val="bg1"/>
                </a:solidFill>
              </a:rPr>
              <a:t>Requirements Analysis</a:t>
            </a: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3FDC2A7C-B552-AB67-A07F-499BCB826FE1}"/>
              </a:ext>
            </a:extLst>
          </p:cNvPr>
          <p:cNvSpPr txBox="1"/>
          <p:nvPr/>
        </p:nvSpPr>
        <p:spPr>
          <a:xfrm>
            <a:off x="535111" y="1944136"/>
            <a:ext cx="51346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solidFill>
                  <a:schemeClr val="bg1"/>
                </a:solidFill>
              </a:rPr>
              <a:t>Workflow Survey</a:t>
            </a:r>
          </a:p>
        </p:txBody>
      </p:sp>
      <p:sp>
        <p:nvSpPr>
          <p:cNvPr id="538" name="TextBox 537">
            <a:extLst>
              <a:ext uri="{FF2B5EF4-FFF2-40B4-BE49-F238E27FC236}">
                <a16:creationId xmlns:a16="http://schemas.microsoft.com/office/drawing/2014/main" id="{8E2C800B-FEE7-9A14-5CFE-557F46BE137A}"/>
              </a:ext>
            </a:extLst>
          </p:cNvPr>
          <p:cNvSpPr txBox="1"/>
          <p:nvPr/>
        </p:nvSpPr>
        <p:spPr>
          <a:xfrm>
            <a:off x="559715" y="2608270"/>
            <a:ext cx="51346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solidFill>
                  <a:schemeClr val="bg1"/>
                </a:solidFill>
              </a:rPr>
              <a:t>Related Systems Survey</a:t>
            </a: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FE104943-6AC6-F1B5-6AFF-690265C0DBA2}"/>
              </a:ext>
            </a:extLst>
          </p:cNvPr>
          <p:cNvSpPr txBox="1"/>
          <p:nvPr/>
        </p:nvSpPr>
        <p:spPr>
          <a:xfrm>
            <a:off x="559715" y="3388249"/>
            <a:ext cx="44768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solidFill>
                  <a:schemeClr val="bg1"/>
                </a:solidFill>
              </a:rPr>
              <a:t>System Design &amp; Architecture</a:t>
            </a:r>
          </a:p>
        </p:txBody>
      </p:sp>
      <p:sp>
        <p:nvSpPr>
          <p:cNvPr id="542" name="TextBox 541">
            <a:extLst>
              <a:ext uri="{FF2B5EF4-FFF2-40B4-BE49-F238E27FC236}">
                <a16:creationId xmlns:a16="http://schemas.microsoft.com/office/drawing/2014/main" id="{66E6D484-1364-5958-DC3E-BDD7F2510E18}"/>
              </a:ext>
            </a:extLst>
          </p:cNvPr>
          <p:cNvSpPr txBox="1"/>
          <p:nvPr/>
        </p:nvSpPr>
        <p:spPr>
          <a:xfrm>
            <a:off x="571500" y="3995110"/>
            <a:ext cx="4810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2">
                    <a:lumMod val="65000"/>
                    <a:lumOff val="35000"/>
                  </a:schemeClr>
                </a:solidFill>
              </a:rPr>
              <a:t>Development &amp; Deployment</a:t>
            </a:r>
          </a:p>
        </p:txBody>
      </p:sp>
      <p:sp>
        <p:nvSpPr>
          <p:cNvPr id="544" name="TextBox 543">
            <a:extLst>
              <a:ext uri="{FF2B5EF4-FFF2-40B4-BE49-F238E27FC236}">
                <a16:creationId xmlns:a16="http://schemas.microsoft.com/office/drawing/2014/main" id="{E9FABAF1-FB2C-2958-2432-659C8D3F2116}"/>
              </a:ext>
            </a:extLst>
          </p:cNvPr>
          <p:cNvSpPr txBox="1"/>
          <p:nvPr/>
        </p:nvSpPr>
        <p:spPr>
          <a:xfrm rot="20814824">
            <a:off x="3398422" y="517281"/>
            <a:ext cx="48101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chemeClr val="bg1"/>
                </a:solidFill>
              </a:rPr>
              <a:t>1–2 Weeks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ABC206F5-D7B0-1F36-D1DB-128D14CC6DBC}"/>
              </a:ext>
            </a:extLst>
          </p:cNvPr>
          <p:cNvSpPr txBox="1"/>
          <p:nvPr/>
        </p:nvSpPr>
        <p:spPr>
          <a:xfrm rot="20805897">
            <a:off x="3788185" y="1260594"/>
            <a:ext cx="49646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chemeClr val="bg1"/>
                </a:solidFill>
              </a:rPr>
              <a:t>3 Weeks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1F38DEA6-EA97-8C74-5292-3E6B34BEBD0E}"/>
              </a:ext>
            </a:extLst>
          </p:cNvPr>
          <p:cNvSpPr txBox="1"/>
          <p:nvPr/>
        </p:nvSpPr>
        <p:spPr>
          <a:xfrm rot="21157883">
            <a:off x="4153991" y="2228411"/>
            <a:ext cx="48101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3 Weeks</a:t>
            </a:r>
          </a:p>
        </p:txBody>
      </p:sp>
      <p:sp>
        <p:nvSpPr>
          <p:cNvPr id="550" name="TextBox 549">
            <a:extLst>
              <a:ext uri="{FF2B5EF4-FFF2-40B4-BE49-F238E27FC236}">
                <a16:creationId xmlns:a16="http://schemas.microsoft.com/office/drawing/2014/main" id="{8C41B45B-A67E-5423-247A-5694E0904350}"/>
              </a:ext>
            </a:extLst>
          </p:cNvPr>
          <p:cNvSpPr txBox="1"/>
          <p:nvPr/>
        </p:nvSpPr>
        <p:spPr>
          <a:xfrm rot="21157883">
            <a:off x="4469353" y="2952537"/>
            <a:ext cx="44849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solidFill>
                  <a:schemeClr val="bg1"/>
                </a:solidFill>
              </a:rPr>
              <a:t>4</a:t>
            </a:r>
            <a:r>
              <a:rPr lang="en-US" sz="1000" dirty="0"/>
              <a:t> </a:t>
            </a:r>
            <a:r>
              <a:rPr lang="en-US" sz="1000" dirty="0">
                <a:solidFill>
                  <a:schemeClr val="bg1"/>
                </a:solidFill>
              </a:rPr>
              <a:t>Weeks</a:t>
            </a:r>
          </a:p>
        </p:txBody>
      </p:sp>
      <p:sp>
        <p:nvSpPr>
          <p:cNvPr id="554" name="TextBox 553">
            <a:extLst>
              <a:ext uri="{FF2B5EF4-FFF2-40B4-BE49-F238E27FC236}">
                <a16:creationId xmlns:a16="http://schemas.microsoft.com/office/drawing/2014/main" id="{44421750-8F1A-2E2E-99E2-0501412AC0CD}"/>
              </a:ext>
            </a:extLst>
          </p:cNvPr>
          <p:cNvSpPr txBox="1"/>
          <p:nvPr/>
        </p:nvSpPr>
        <p:spPr>
          <a:xfrm>
            <a:off x="5416539" y="1050859"/>
            <a:ext cx="356237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latin typeface="Montserrat" panose="00000500000000000000" pitchFamily="2" charset="0"/>
              </a:rPr>
              <a:t>NOTE</a:t>
            </a:r>
          </a:p>
          <a:p>
            <a:pPr algn="ctr">
              <a:buNone/>
            </a:pPr>
            <a:endParaRPr lang="en-US" sz="1400" dirty="0">
              <a:latin typeface="Montserrat" panose="00000500000000000000" pitchFamily="2" charset="0"/>
            </a:endParaRPr>
          </a:p>
          <a:p>
            <a:pPr algn="ctr"/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b="1" dirty="0">
                <a:latin typeface="Montserrat" panose="00000500000000000000" pitchFamily="2" charset="0"/>
              </a:rPr>
              <a:t>Requirements:</a:t>
            </a:r>
            <a:r>
              <a:rPr lang="en-US" sz="1200" dirty="0">
                <a:latin typeface="Montserrat" panose="00000500000000000000" pitchFamily="2" charset="0"/>
              </a:rPr>
              <a:t> tasks, forces monitor requirements </a:t>
            </a:r>
            <a:r>
              <a:rPr lang="en-US" altLang="en-US" sz="1200" dirty="0">
                <a:latin typeface="Montserrat" panose="00000500000000000000" pitchFamily="2" charset="0"/>
              </a:rPr>
              <a:t>specification </a:t>
            </a:r>
          </a:p>
          <a:p>
            <a:pPr algn="ctr"/>
            <a:endParaRPr lang="en-US" sz="1200" dirty="0">
              <a:latin typeface="Montserrat" panose="00000500000000000000" pitchFamily="2" charset="0"/>
            </a:endParaRPr>
          </a:p>
          <a:p>
            <a:pPr algn="ctr"/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b="1" dirty="0">
                <a:latin typeface="Montserrat" panose="00000500000000000000" pitchFamily="2" charset="0"/>
              </a:rPr>
              <a:t>Surveys:</a:t>
            </a:r>
            <a:r>
              <a:rPr lang="en-US" sz="1200" dirty="0">
                <a:latin typeface="Montserrat" panose="00000500000000000000" pitchFamily="2" charset="0"/>
              </a:rPr>
              <a:t> current systems, API for integration, tasks management, workflows, procedures, regulations, KPI, policies, reporting dashboard</a:t>
            </a:r>
          </a:p>
          <a:p>
            <a:pPr algn="ctr"/>
            <a:endParaRPr lang="en-US" sz="1200" dirty="0">
              <a:latin typeface="Montserrat" panose="00000500000000000000" pitchFamily="2" charset="0"/>
            </a:endParaRPr>
          </a:p>
          <a:p>
            <a:pPr algn="ctr"/>
            <a:r>
              <a:rPr lang="en-US" sz="1200" b="1" dirty="0">
                <a:latin typeface="Montserrat" panose="00000500000000000000" pitchFamily="2" charset="0"/>
              </a:rPr>
              <a:t>Design:</a:t>
            </a:r>
            <a:r>
              <a:rPr lang="en-US" sz="1200" dirty="0">
                <a:latin typeface="Montserrat" panose="00000500000000000000" pitchFamily="2" charset="0"/>
              </a:rPr>
              <a:t> structure, workflows, monitors, reports, Mobile application, integration API,</a:t>
            </a:r>
          </a:p>
          <a:p>
            <a:pPr algn="ctr"/>
            <a:endParaRPr lang="en-US" sz="1200" dirty="0">
              <a:latin typeface="Montserrat" panose="00000500000000000000" pitchFamily="2" charset="0"/>
            </a:endParaRPr>
          </a:p>
          <a:p>
            <a:pPr algn="ctr"/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b="1" dirty="0">
                <a:latin typeface="Montserrat" panose="00000500000000000000" pitchFamily="2" charset="0"/>
              </a:rPr>
              <a:t>SW development </a:t>
            </a:r>
          </a:p>
          <a:p>
            <a:pPr algn="ctr"/>
            <a:endParaRPr lang="en-US" sz="1200" dirty="0">
              <a:latin typeface="Montserrat" panose="00000500000000000000" pitchFamily="2" charset="0"/>
            </a:endParaRPr>
          </a:p>
          <a:p>
            <a:pPr algn="ctr"/>
            <a:r>
              <a:rPr lang="en-US" sz="1200" dirty="0">
                <a:latin typeface="Montserrat" panose="00000500000000000000" pitchFamily="2" charset="0"/>
              </a:rPr>
              <a:t> </a:t>
            </a:r>
            <a:r>
              <a:rPr lang="en-US" sz="1200" b="1" dirty="0">
                <a:latin typeface="Montserrat" panose="00000500000000000000" pitchFamily="2" charset="0"/>
              </a:rPr>
              <a:t>Implementation and training</a:t>
            </a:r>
            <a:r>
              <a:rPr lang="en-US" sz="1200" dirty="0">
                <a:latin typeface="Montserrat" panose="00000500000000000000" pitchFamily="2" charset="0"/>
              </a:rPr>
              <a:t>.</a:t>
            </a:r>
          </a:p>
          <a:p>
            <a:r>
              <a:rPr lang="en-US" sz="1200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9D5904B0-F66D-3C4F-DAB0-396C0B56A9E0}"/>
              </a:ext>
            </a:extLst>
          </p:cNvPr>
          <p:cNvSpPr txBox="1"/>
          <p:nvPr/>
        </p:nvSpPr>
        <p:spPr>
          <a:xfrm rot="4608276">
            <a:off x="4553199" y="4117886"/>
            <a:ext cx="9909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600" b="1" dirty="0">
                <a:solidFill>
                  <a:schemeClr val="bg2">
                    <a:lumMod val="65000"/>
                    <a:lumOff val="35000"/>
                  </a:schemeClr>
                </a:solidFill>
              </a:rPr>
              <a:t>To Be Agreed</a:t>
            </a:r>
          </a:p>
        </p:txBody>
      </p:sp>
    </p:spTree>
    <p:extLst>
      <p:ext uri="{BB962C8B-B14F-4D97-AF65-F5344CB8AC3E}">
        <p14:creationId xmlns:p14="http://schemas.microsoft.com/office/powerpoint/2010/main" val="1047748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—</a:t>
            </a:r>
            <a:r>
              <a:rPr lang="en-GB" dirty="0"/>
              <a:t>W. Edwards Deming</a:t>
            </a:r>
            <a:endParaRPr dirty="0"/>
          </a:p>
        </p:txBody>
      </p:sp>
      <p:sp>
        <p:nvSpPr>
          <p:cNvPr id="547" name="Google Shape;547;p65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" dirty="0"/>
              <a:t>“</a:t>
            </a:r>
            <a:r>
              <a:rPr lang="en-GB" dirty="0"/>
              <a:t>A bad system will defeat a good person every time</a:t>
            </a:r>
            <a:r>
              <a:rPr lang="en" dirty="0"/>
              <a:t>.”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</TotalTime>
  <Words>515</Words>
  <Application>Microsoft Office PowerPoint</Application>
  <PresentationFormat>On-screen Show (16:9)</PresentationFormat>
  <Paragraphs>191</Paragraphs>
  <Slides>28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Vidaloka</vt:lpstr>
      <vt:lpstr>Arial</vt:lpstr>
      <vt:lpstr>Montserrat</vt:lpstr>
      <vt:lpstr>Merriweather Light</vt:lpstr>
      <vt:lpstr>Crimson Text</vt:lpstr>
      <vt:lpstr>Wingdings</vt:lpstr>
      <vt:lpstr>Minimalist Business Slides XL by Slidesgo</vt:lpstr>
      <vt:lpstr>Technical Task Management System</vt:lpstr>
      <vt:lpstr>PowerPoint Presentation</vt:lpstr>
      <vt:lpstr>—Peter Drucker</vt:lpstr>
      <vt:lpstr>Business Challenges</vt:lpstr>
      <vt:lpstr>Solution Overview</vt:lpstr>
      <vt:lpstr>Core Functional Modules</vt:lpstr>
      <vt:lpstr>Core Functional Modules</vt:lpstr>
      <vt:lpstr>Ticket Lifecycle</vt:lpstr>
      <vt:lpstr>Ticket Lifecycle</vt:lpstr>
      <vt:lpstr>Validation Authority</vt:lpstr>
      <vt:lpstr>Customer Complaint Workflow</vt:lpstr>
      <vt:lpstr>Customer Fault Resolution Process </vt:lpstr>
      <vt:lpstr>PowerPoint Presentation</vt:lpstr>
      <vt:lpstr>Network Incident  Workflow </vt:lpstr>
      <vt:lpstr>Workflow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Functions</vt:lpstr>
      <vt:lpstr>PowerPoint Presentation</vt:lpstr>
      <vt:lpstr>Automated Notifications </vt:lpstr>
      <vt:lpstr>PowerPoint Presentation</vt:lpstr>
      <vt:lpstr>PowerPoint Presentation</vt:lpstr>
      <vt:lpstr>Implementation Roadmap</vt:lpstr>
      <vt:lpstr>PowerPoint Presentation</vt:lpstr>
      <vt:lpstr>—W. Edwards Deming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Zandamele, Edna Francelino</cp:lastModifiedBy>
  <cp:revision>9</cp:revision>
  <dcterms:modified xsi:type="dcterms:W3CDTF">2026-06-30T15:03:33Z</dcterms:modified>
</cp:coreProperties>
</file>